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3"/>
  </p:notesMasterIdLst>
  <p:sldIdLst>
    <p:sldId id="258" r:id="rId2"/>
  </p:sldIdLst>
  <p:sldSz cx="9899650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7" userDrawn="1">
          <p15:clr>
            <a:srgbClr val="A4A3A4"/>
          </p15:clr>
        </p15:guide>
        <p15:guide id="2" pos="31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D9ED"/>
    <a:srgbClr val="0A4DFF"/>
    <a:srgbClr val="860138"/>
    <a:srgbClr val="6FBB98"/>
    <a:srgbClr val="B77240"/>
    <a:srgbClr val="62C7D9"/>
    <a:srgbClr val="4A69AF"/>
    <a:srgbClr val="DED59B"/>
    <a:srgbClr val="D18349"/>
    <a:srgbClr val="E7DE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/>
    <p:restoredTop sz="94762"/>
  </p:normalViewPr>
  <p:slideViewPr>
    <p:cSldViewPr snapToGrid="0" snapToObjects="1" showGuides="1">
      <p:cViewPr varScale="1">
        <p:scale>
          <a:sx n="171" d="100"/>
          <a:sy n="171" d="100"/>
        </p:scale>
        <p:origin x="168" y="1240"/>
      </p:cViewPr>
      <p:guideLst>
        <p:guide orient="horz" pos="907"/>
        <p:guide pos="31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7T16:44:10.0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4:24:56.398"/>
    </inkml:context>
    <inkml:brush xml:id="br0">
      <inkml:brushProperty name="width" value="0.21167" units="cm"/>
      <inkml:brushProperty name="height" value="0.21167" units="cm"/>
    </inkml:brush>
  </inkml:definitions>
  <inkml:trace contextRef="#ctx0" brushRef="#br0">2079 4086 8027,'42'-41'0,"-13"12"0,-13 12 0,-7 6 0,0-1 0,1 0 0,0 0 0,1 0 0,-1-1 0,1 1 0,-1-1 0,1 1 0,0-2 0,1 1 0,0-2 0,0 0 0,-1 1 0,0-3 0,1-2 0,2-2 0,-1-3 0,0 1 0,-3 2 0,-1 3 0,0-3 0,-1 3 0,1-4 0,-2 0 0,0-2 0,-2 0 0,1-1 0,-1-1 0,1 1 0,0-1 0,-2 0 0,1 0 0,-1-1 0,0-1 0,0 0 0,-1 0 0,1 1 0,-1 0 0,0 1 0,0-1 0,-1 1 0,-1-1 0,-1 1 0,0-1 0,0 1 0,0 3 0,0 0 0,0 1 0,0-1 0,-1 0 0,-2-5 0,-3 7 0,1 0 0,0 2 0,-1 1 0,0-2 0,-1-1 0,1 5 0,-2-1 0,-1 1 0,-2 0 0,-2 1 0,0 0 0,-1 0 0,0 1 0,-1 3 0,-2-3 0,-1 1 0,-1-1 0,0 0 0,1 0 0,0 3 0,0-2 0,2 3 0,-5-4 0,2 4 0,-4-1 0,-1 1 0,0 1 0,0 0 0,-2 0 0,0 1 0,0 0 0,1 1 0,0 1 0,0 0 0,-1-1 0,1 1 0,-2-1 0,0 0 0,-1 0 0,0 0 0,1 1 0,-1-1 0,1 0 0,0 0 0,-1-1 0,-1 1 0,0-2 0,-1 2 0,1-1 0,2 0 0,-1 0 0,2-1 0,-1 2 0,0-2 0,-1 2 0,-1-1 0,0 1 0,0-1 0,1 2 0,0-1 0,0 0 0,0 0 0,-1 0 0,0 1 0,-1 0 0,-1-1 0,1 0 0,0 0 0,1 0 0,0 0 0,0 0 0,-1 0 0,0-1 0,0 0 0,1 0 0,1 1 0,1-2 0,1 1 0,0-1 0,1-1 0,0 1 0,0 0 0,-1-1 0,0 1 0,1-1 0,4 1 0,-2-2 0,1 2 0,3 1 0,-2-2 0,2 1 0,-1 0 0,-1-2 0,3 2 0,1-1 0,-3-1 0,4 1 0,-3-2 0,3 0 0,-3-3 0,6 1 0,-1-1 0,2-2 0,-1 0 0,1 0 0,1 2 0,1-3 0,0 0 0,2 1 0,0-3 0,0 3 0,2-1 0,-1-1 0,0 0 0,1-1 0,-1 1 0,1-1 0,-1 0 0,2 3 0,0 0 0,0-2 0,0 2 0,0 0 0,1-1 0,-1-2 0,2 3 0,0-4 0,1 5 0,-2-3 0,2 1 0,0-2 0,0-4 0,1 1 0,-1-3 0,2 0 0,0 5 0,0-1 0,0 1 0,0 0 0,0 1 0,0 2 0,0-2 0,0 0 0,0-1 0,0 2 0,1 0 0,2 0 0,-1 0 0,1 1 0,1 0 0,-1 3 0,0-1 0,1-2 0,0 2 0,1 0 0,0 0 0,2 0 0,-1 2 0,0-1 0,0 2 0,1-1 0,-1 2 0,0-1 0,0 0 0,1-1 0,0 1 0,0 0 0,2 0 0,-1 0 0,1 0 0,0 0 0,1 0 0,0 0 0,0 2 0,2 0 0,0 1 0,2-1 0,1 2 0,0-1 0,-1 2 0,2 1 0,-3 0 0,4 1 0,-1-1 0,0 0 0,0 0 0,2 1 0,0 0 0,2-1 0,-2 2 0,3-1 0,1 1 0,-1-1 0,2 1 0,-2 0 0,2 1 0,-2 1 0,4-1 0,-1 0 0,-2 2 0,3 0 0,-2 1 0,2 0 0,0 1 0,0 0 0,0 0 0,-2 0 0,1 0 0,0 0 0,0 1 0,0 1 0,-1 1 0,2 0 0,0 0 0,0 2 0,0-1 0,-3 0 0,0 0 0,2 1 0,3 1 0,-1 0 0,-3-1 0,1 2 0,0 0 0,0-1 0,0 1 0,2 0 0,-5 1 0,5 2 0,-2-1 0,-1 2 0,0 0 0,-1 1 0,1 1 0,-1-1 0,2 0 0,-1 1 0,0 0 0,-1 1 0,-2 0 0,0 0 0,-1 1 0,-2-1 0,1 1 0,-1 1 0,0 1 0,-1 1 0,0 0 0,1 2 0,-1 0 0,-1 1 0,0-2 0,-3-2 0,3 2 0,-5-2 0,5 5 0,-4-2 0,3 6 0,-2-2 0,-3-2 0,-2-1 0,-1-2 0,1 2 0,-1 1 0,-1-2 0,2 1 0,-1-2 0,0 5 0,-2-8 0,1 7 0,1-3 0,0 4 0,0-1 0,-1-5 0,-1 1 0,1-2 0,0 3 0,1-1 0,-1 0 0,1-1 0,-1 1 0,1-1 0,0-1 0,0 0 0,-1 0 0,1 0 0,-1-1 0,0 0 0,0 0 0,0-1 0,0-1 0,1 1 0,-2-2 0,1-1 0,-1 0 0,1 0 0,-1 1 0,1-1 0,-1 0 0,0 0 0,0-1 0,-1 1 0,0 0 0,0 0 0,0-1 0,2-1 0,-1 2 0,0-1 0,0 4 0,0-4 0,1 4 0,-1-4 0,-1-3 0,2 8 0,-2-6 0,1 4 0,0 0 0,0-2 0,1 2 0,-2-1 0,2 0 0,-1 0 0,1 1 0,0-2 0,1 1 0,-3 1 0,3-1 0,-2 0 0,2 0 0,-2-1 0,3-1 0,0 3 0,-3-6 0,4 6 0,-4-6 0,4 3 0,-2-2 0,0 0 0,0 1 0,2-1 0,0 0 0,0 1 0,0 0 0,-1 0 0,0 2 0,0-1 0,1 2 0,-2-2 0,2 1 0,-1-1 0,1 1 0,-1-3 0,-1 2 0,2-4 0,0 5 0,0-2 0,1 0 0,-1 0 0,0-1 0,0 0 0,-1 1 0,2-1 0,-1-1 0,1 1 0,1-1 0,0 1 0,1-1 0,0 0 0,3-2 0,-3 2 0,3-2 0,0 2 0,-1-3 0,2 1 0,-2-3 0,0 1 0,-3-2 0,1 1 0,-3-1 0,1 1 0,0-1 0,1 0 0,-1-1 0,-1 2 0,1-3 0,-2 1 0,0-1 0,-1 0 0,1 0 0,-1 0 0,0 0 0,0 0 0,-1 0 0,0-3 0,-1 1 0,1-3 0,1 1 0,-1-2 0,-1 1 0,1-1 0,-2 0 0,2 0 0,-1-2 0,1 0 0,0-1 0,1-2 0,-1 1 0,1-2 0,0 3 0,-1-3 0,1 0 0,-1 0 0,1 0 0,0-2 0,0 1 0,-1-2 0,-2 3 0,2-3 0,-3 3 0,2-4 0,-2 2 0,-1-1 0,-1 2 0,0-1 0,0 2 0,0-1 0,0 1 0,0-2 0,0 0 0,0-2 0,0 1 0,0-2 0,-2 1 0,-1-4 0,-1 2 0,1-2 0,-2 2 0,0 0 0,1 4 0,-2-1 0,1 3 0,-1-4 0,-1 2 0,1-1 0,-1 2 0,0-2 0,-2 0 0,3 0 0,-3-1 0,2-1 0,-2 2 0,1-2 0,0 1 0,-1-1 0,1 1 0,-1-1 0,-1 0 0,1 0 0,1 2 0,1 2 0,1 2 0,1-1 0,0 1 0,-1-1 0,0 1 0,1-1 0,-1 0 0,1 0 0,-2-1 0,-1 1 0,1 0 0,1 1 0,-1 0 0,0-2 0,0 2 0,-1-1 0,1 1 0,-3-5 0,1 1 0,0 0 0,0 2 0,2 1 0,0-2 0,1 0 0,-1 0 0,1-1 0,-1 0 0,0-1 0,0 1 0,0-1 0,1 0 0,0 1 0,0-1 0,0 1 0,0-1 0,1 0 0,-1 0 0,1-3 0,-2-2 0,3 3 0,0-1 0,-1 2 0,1-2 0,0 4 0,0-2 0,0-2 0,0 2 0,0-1 0,0-2 0,0 0 0,0-1 0,0 3 0,1 0 0,0 1 0,1-3 0,0 0 0,0 2 0,0 0 0,0 1 0,1-2 0,-1 1 0,1 1 0,1-1 0,-1-2 0,1 3 0,0-1 0,0 2 0,0-2 0,0 0 0,0 2 0,0-1 0,1-2 0,1 0 0,0 1 0,0 5 0,0 1 0,1 0 0,0-1 0,2-3 0,-1-2 0,3-2 0,-2 2 0,0 0 0,0 2 0,3-2 0,0-1 0,1 2 0,2 0 0,0 1 0,1 2 0,1-1 0,-1 2 0,-1 1 0,-1 2 0,0 0 0,-1 1 0,0 0 0,2-1 0,-1-1 0,4-2 0,0-1 0,-2 2 0,1 1 0,-2 0 0,0 2 0,-2 2 0,1-2 0,-3 3 0,4-2 0,-1-1 0,2 2 0,-1 0 0,2 1 0,-1 1 0,0-1 0,2 2 0,-1 0 0,2 1 0,-1 0 0,1 0 0,0 1 0,-1 0 0,0 2 0,0 0 0,0 0 0,-1 0 0,3 0 0,-3 0 0,2 2 0,-2 0 0,-1 1 0,2 1 0,0 0 0,3 0 0,1-1 0,0 1 0,-2 0 0,-2-1 0,1 1 0,-1 0 0,5 2 0,-2 0 0,0 1 0,-2-1 0,0 0 0,-1 0 0,1 0 0,1 1 0,-3-3 0,3 2 0,0-1 0,3 1 0,2-1 0,-2-2 0,3 0 0,-3-1 0,0 0 0,-1-1 0,-2 0 0,1 0 0,-2 0 0,1 0 0,-1 0 0,2 0 0,1-1 0,0 0 0,1 0 0,0 0 0,-1 0 0,1 0 0,-2-1 0,-4-1 0,2-1 0,-5-2 0,3 2 0,0-2 0,-1 1 0,1-1 0,-1 0 0,2-1 0,-1 3 0,2-3 0,-1 3 0,3-3 0,-1 1 0,1 0 0,0-1 0,0 3 0,1-3 0,-2 2 0,0-1 0,0 1 0,-4 0 0,3 1 0,-2-1 0,4 3 0,0-2 0,2 1 0,0 0 0,-1 0 0,2 1 0,2 0 0,0 0 0,1 0 0,-1 0 0,-1 1 0,-1 0 0,0 0 0,-1 0 0,2 0 0,1 0 0,0 0 0,2 0 0,-5 0 0,4 0 0,-5 0 0,5 1 0,-2 1 0,-1 1 0,-2 2 0,1-2 0,-1 3 0,-1-2 0,-3 0 0,-3-1 0,1 0 0,4 0 0,2 0 0,-1 0 0,-3 1 0,-2-1 0,1 0 0,-1 0 0,5 1 0,-1 1 0,3 0 0,-3 0 0,-5-2 0,-1 0 0,2 0 0,-1 0 0,2 0 0,-1 1 0,1-1 0,-1 1 0,0 2 0,1-2 0,-1 1 0,1 1 0,-1-2 0,1 2 0,-2-1 0,1 1 0,-2-1 0,4 3 0,1 1 0,2 3 0,2 1 0,-4-1 0,-1-1 0,-1-2 0,-1 3 0,2 0 0,1 3 0,0-2 0,-3-1 0,-2-3 0,-2 2 0,0-1 0,0 2 0,2 2 0,0 2 0,0-1 0,-2 1 0,2-1 0,-2 2 0,-1-2 0,-1-1 0,1 2 0,-1-3 0,-1-1 0,0 1 0,-1 1 0,0-1 0,-1 1 0,0 1 0,0 0 0,0 2 0,1 0 0,-1-1 0,0 0 0,-1-1 0,-1 1 0,-1-1 0,1 0 0,0 0 0,0-1 0,-1 2 0,0 1 0,0-1 0,0 1 0,0 0 0,0 1 0,0-1 0,-1 1 0,-1 0 0,-3-2 0,2 2 0,-3-2 0,2 1 0,-1-1 0,0 1 0,-1-1 0,-1 2 0,0-1 0,-4 4 0,1-1 0,-1 0 0,1-3 0,0-2 0,1 1 0,-1-2 0,-1 1 0,-1 0 0,0-1 0,-2 4 0,1-4 0,-3 4 0,2-1 0,2-4 0,1 0 0,1 0 0,0 0 0,-2 0 0,2-1 0,0 1 0,-1-1 0,-1-1 0,1 1 0,-1-2 0,-3 2 0,0 0 0,-3 2 0,1-2 0,3-2 0,1 0 0,-1-1 0,1 0 0,0 1 0,1 0 0,1 0 0,-1 1 0,0 0 0,0-2 0,0 2 0,-1-1 0,1 1 0,-2-1 0,1-1 0,-2 1 0,0-1 0,0 0 0,0 0 0,-1-1 0,1 0 0,0 0 0,1 0 0,0-1 0,0 0 0,1 2 0,1-2 0,-1 0 0,2-1 0,-2 1 0,1 0 0,-1 0 0,1 0 0,-1 0 0,1-1 0,-2 0 0,1 0 0,0-1 0,0 1 0,1-1 0,-1 0 0,1 0 0,0-1 0,1 2 0,0-3 0,-5 5 0,0-3 0,-1 3 0,-1 0 0,5-2 0,-1-2 0,3 1 0,2-2 0,-10 3 0,4-2 0,-2 2 0,1-2 0,2 0 0,-1 0 0,2 1 0,1-2 0,2 0 0,-6 0 0,1 1 0,-5 0 0,1 2 0,2-1 0,-3-1 0,3 2 0,-3-2 0,4 0 0,2-1 0,-2 0 0,1 2 0,-5-2 0,1 2 0,5-2 0,-3 0 0,5 2 0,-4-2 0,2 3 0,0-3 0,1 2 0,1-1 0,-3 1 0,0 0 0,-2 1 0,0-1 0,0 1 0,0 0 0,-1-1 0,2 1 0,-1-1 0,1 0 0,2 1 0,0-2 0,2 3 0,-1-1 0,-1 1 0,2 0 0,-1 1 0,1-2 0,2 0 0,-2-1 0,3 1 0,-3-3 0,2 2 0,-1-2 0,3 0 0,1 0 0,0 0 0,0 0 0,0 0 0,0 2 0,2-3 0,-1 2 0,1-2 0,-1 1 0,0 0 0,1-1 0,-1 2 0,2-2 0,-2 3 0,2-2 0,-3 0 0,3 0 0,-2 0 0,1 0 0,-1 0 0,2 0 0,0 0 0,2 1 0,-2-3 0,0 2 0,0-1 0,1 1 0,0 0 0,0 0 0,1 0 0,-2 0 0,2 2 0,-2-2 0,2 0 0,0 0 0,-1 0 0,1 1 0,-2 2 0,3-3 0,-3 3 0,1-1 0,0 1 0,-2 0 0,1 0 0,0 1 0,0-1 0,1 0 0,-2 0 0,2 1 0,-2-1 0,2 0 0,-1 2 0,0-2 0,0 0 0,0 0 0,1-2 0,0 2 0,0-3 0,0 3 0,0-1 0,0 0 0,0-1 0,1-1 0,-1-1 0,1 1 0,-1 0 0,2 0 0,-2 0 0,2 2 0,-1-5 0,1 6 0,-1-4 0,1 2 0,-2-1 0,3 1 0,-3-1 0,3 0 0,-1 0 0,1 1 0,-2-2 0,2 3 0,-1-2 0,1 0 0,0 2 0,0-2 0,-2 1 0,2 0 0,-3 0 0,3-1 0,-2 0 0,2 1 0,0 0 0,0 0 0,0 1 0,0-1 0,0 0 0,0 1 0,0-2 0,0 2 0,0-1 0,0 1 0,0 3 0,0-2 0,0 2 0,0-2 0,0 0 0,0-1 0,0 1 0,0-2 0,0 1 0,0-1 0,0 0 0,2-1 0,-2 2 0,1-2 0,1 2 0,-1-1 0,1 0 0,0 2 0,-1-1 0,1-1 0,1 4 0,-1-5 0,-1 3 0,0 0 0,1-1 0,1 3 0,-1-2 0,1 0 0,-2 2 0,3-1 0,-1 2 0,0-1 0,0 0 0,-1 1 0,0 0 0,0 1 0,1 0 0,0 1 0,0-1 0,2 2 0,-2-1 0,2 1 0,-3-3 0,0 2 0,1-4 0,1 4 0,0-2 0,1 0 0,-2 1 0,3-1 0,-2 2 0,2-2 0,-3 2 0,3-2 0,-1 2 0,1-1 0,0 2 0,0-2 0,1 2 0,-1-1 0,0 3 0,2-2 0,1 2 0,1-1 0,-1-4 0,0 3 0,0-2 0,2 2 0,0 1 0,2-2 0,-2-1 0,2 0 0,0-1 0,1 0 0,-1 1 0,-2-2 0,1 1 0,-3-3 0,4 2 0,-4 1 0,3-2 0,-1 3 0,2-2 0,-1 1 0,1 1 0,1-1 0,-4-1 0,5 1 0,-3 0 0,7 2 0,-4 1 0,4 0 0,-2-3 0,2 2 0,-2-2 0,1 2 0,-2-1 0,1 2 0,-1-2 0,2 2 0,-1-3 0,1 0 0,-4-1 0,-2-2 0,-1 1 0,1 0 0,1 1 0,-1-2 0,1 1 0,-1-1 0,1 0 0,-1 0 0,3 3 0,0 0 0,-1 0 0,-4-2 0,0 0 0,4 1 0,0 0 0,-1 1 0,-2-3 0,1 0 0,3 2 0,1 1 0,0-2 0,-2-2 0,0 0 0,-1 2 0,0-2 0,0 0 0,0-1 0,0 1 0,-1-1 0,1 2 0,-1-2 0,1 1 0,-2-1 0,0 0 0,1-1 0,0 1 0,1 0 0,-1 0 0,1 0 0,0-1 0,0 0 0,1 0 0,-1 0 0,0-1 0,0 1 0,6-2 0,1 1 0,-3 0 0,3-1 0,-4-1 0,2 2 0,1-2 0,-2 0 0,2 0 0,-3 0 0,2 0 0,-1 0 0,2-3 0,-1 1 0,0-4 0,0 3 0,-3-3 0,1 1 0,-2-1 0,0 0 0,2-2 0,-1 1 0,2-2 0,-1 1 0,-1 2 0,-2 0 0,1 0 0,-1-2 0,2 1 0,-1-1 0,0 1 0,1-2 0,-1-1 0,0 1 0,0-3 0,0 2 0,0-2 0,-1 1 0,0 0 0,0-1 0,1 0 0,-1 1 0,1 0 0,-1 1 0,2-2 0,-2 2 0,2-2 0,-1 2 0,0-1 0,1-1 0,-1 0 0,-1-2 0,0 1 0,-1-2 0,-1 0 0,1 1 0,-2-1 0,1 0 0,-2 0 0,0 1 0,1 0 0,-1 1 0,0-1 0,1 0 0,-1 0 0,2-3 0,-3 5 0,4-8 0,-3 5 0,1 0 0,0-1 0,-1 0 0,1 0 0,0 0 0,0 0 0,0 0 0,-2 1 0,0-1 0,0 1 0,1-1 0,0 1 0,-1-2 0,-1 3 0,0-2 0,-1-1 0,1 1 0,0-2 0,-1 2 0,-1-2 0,0 1 0,1 1 0,0 2 0,0-1 0,-1 1 0,1 0 0,-1 0 0,0 0 0,0 1 0,0 0 0,1-2 0,0 2 0,0 0 0,-1-1 0,1 1 0,0 1 0,1 0 0,-1 0 0,2-1 0,-1 2 0,4-5 0,-2 5 0,3-2 0,-1 1 0,1 2 0,-1 1 0,2 0 0,-2 1 0,1 0 0,1-1 0,-1 1 0,0 0 0,-1 1 0,2 0 0,-4 1 0,2 0 0,-2 1 0,1-1 0,0 3 0,2-1 0,-3 0 0,1 1 0,0 0 0,1-2 0,1 2 0,2-3 0,-1 1 0,2-1 0,-2 0 0,2-2 0,-3 2 0,1-3 0,-2 1 0,0 0 0,0-1 0,-2 1 0,1 0 0,-1-1 0,2 2 0,-2-2 0,3 1 0,-1-1 0,2 0 0,-3 2 0,1-3 0,0 2 0,2-5 0,2-1 0,0-1 0,0-1 0,-1-4 0,0 3 0,-1-3 0,-1 1 0,-2 2 0,0 0 0,-3 0 0,0-1 0,-1 0 0,1-2 0,-1 1 0,-1 2 0,-2 2 0,-1 4 0,-1-2 0,0-4 0,-1 5 0,0-11 0,0 6 0,-1-4 0,-2 4 0,-2 2 0,-4 2 0,0 0 0,-1 1 0,1 2 0,-1 1 0,0 0 0,-1-1 0,-2 1 0,-2-2 0,-3 0 0,-1-2 0,0 2 0,3 3 0,0 1 0,1-2 0,0 3 0,0-2 0,0 2 0,2 0 0,-1-1 0,1 1 0,-2 0 0,0 0 0,-1 0 0,1 1 0,-1-1 0,-1 2 0,1 0 0,0 1 0,0-2 0,0 1 0,1 0 0,-1 1 0,2 0 0,0-2 0,2 2 0,-3-3 0,4 3 0,-7-3 0,4 1 0,-2-1 0,1-1 0,0 1 0,2-1 0,-1 0 0,2-1 0,0 1 0,0-1 0,3-1 0,-2-1 0,2 1 0,-2-2 0,1 2 0,0-4 0,0 4 0,0-3 0,0 0 0,3 3 0,-1 0 0,3 2 0,0 1 0,-4-7 0,2 3 0,0-4 0,1 2 0,-1-2 0,1-2 0,0-1 0,0-2 0,1 2 0,0-1 0,1 2 0,2-1 0,-3 1 0,5 2 0,-1-1 0,1 2 0,0-1 0,0-2 0,3 2 0,-1-1 0,3 4 0,-1 3 0,3-6 0,0 2 0,2-3 0,0-1 0,1 0 0,-1 1 0,2 1 0,0-2 0,1 2 0,2 0 0,-1 0 0,2 2 0,1-1 0,1 1 0,1-1 0,-1 2 0,0-2 0,-3 4 0,0 0 0,-3 0 0,0 1 0,-1 0 0,0 0 0,0-1 0,0 0 0,2 0 0,-1-1 0,0 2 0,1 0 0,2-2 0,-2 3 0,3-2 0,-1 3 0,1-3 0,1 3 0,-1-2 0,1 2 0,-2-1 0,1 1 0,0 0 0,-1 0 0,-1 0 0,1 0 0,0 1 0,-1 1 0,-1-1 0,1 1 0,-1-1 0,2 1 0,-1 0 0,1-1 0,-2 1 0,2 0 0,-1 1 0,0-1 0,-2-1 0,0 1 0,6 0 0,0-1 0,-2 0 0,-1 1 0,-2 0 0,-4 1 0,3 0 0,-1-1 0,1-1 0,-1 1 0,2-1 0,-2 1 0,2-2 0,1 0 0,0 0 0,0 0 0,2-2 0,0 1 0,-1 0 0,0 1 0,-3-1 0,1 1 0,-4 0 0,2 1 0,-3 1 0,2 0 0,-4 3 0,1-1 0,-1-2 0,-1-1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285C3-E257-5246-8AB1-F9357EC0BAFF}" type="datetimeFigureOut">
              <a:rPr lang="en-US" smtClean="0"/>
              <a:t>9/20/19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874838" y="1143000"/>
            <a:ext cx="106076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1744F-328C-BA41-8F0F-E2D4BC00C2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90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1pPr>
    <a:lvl2pPr marL="328231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2pPr>
    <a:lvl3pPr marL="656462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3pPr>
    <a:lvl4pPr marL="984692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4pPr>
    <a:lvl5pPr marL="1312923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5pPr>
    <a:lvl6pPr marL="1641153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6pPr>
    <a:lvl7pPr marL="1969384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7pPr>
    <a:lvl8pPr marL="2297616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8pPr>
    <a:lvl9pPr marL="2625846" algn="l" defTabSz="656462" rtl="0" eaLnBrk="1" latinLnBrk="0" hangingPunct="1">
      <a:defRPr sz="86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874838" y="1143000"/>
            <a:ext cx="1060767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F1744F-328C-BA41-8F0F-E2D4BC00C2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04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7456" y="471289"/>
            <a:ext cx="7424738" cy="1002571"/>
          </a:xfrm>
        </p:spPr>
        <p:txBody>
          <a:bodyPr anchor="b"/>
          <a:lstStyle>
            <a:lvl1pPr algn="ctr"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7456" y="1512522"/>
            <a:ext cx="7424738" cy="695267"/>
          </a:xfrm>
        </p:spPr>
        <p:txBody>
          <a:bodyPr/>
          <a:lstStyle>
            <a:lvl1pPr marL="0" indent="0" algn="ctr">
              <a:buNone/>
              <a:defRPr sz="1008"/>
            </a:lvl1pPr>
            <a:lvl2pPr marL="191978" indent="0" algn="ctr">
              <a:buNone/>
              <a:defRPr sz="840"/>
            </a:lvl2pPr>
            <a:lvl3pPr marL="383957" indent="0" algn="ctr">
              <a:buNone/>
              <a:defRPr sz="756"/>
            </a:lvl3pPr>
            <a:lvl4pPr marL="575935" indent="0" algn="ctr">
              <a:buNone/>
              <a:defRPr sz="672"/>
            </a:lvl4pPr>
            <a:lvl5pPr marL="767913" indent="0" algn="ctr">
              <a:buNone/>
              <a:defRPr sz="672"/>
            </a:lvl5pPr>
            <a:lvl6pPr marL="959891" indent="0" algn="ctr">
              <a:buNone/>
              <a:defRPr sz="672"/>
            </a:lvl6pPr>
            <a:lvl7pPr marL="1151870" indent="0" algn="ctr">
              <a:buNone/>
              <a:defRPr sz="672"/>
            </a:lvl7pPr>
            <a:lvl8pPr marL="1343848" indent="0" algn="ctr">
              <a:buNone/>
              <a:defRPr sz="672"/>
            </a:lvl8pPr>
            <a:lvl9pPr marL="1535826" indent="0" algn="ctr">
              <a:buNone/>
              <a:defRPr sz="67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25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9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445" y="717932"/>
            <a:ext cx="8538448" cy="119788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445" y="1927150"/>
            <a:ext cx="8538448" cy="629940"/>
          </a:xfrm>
        </p:spPr>
        <p:txBody>
          <a:bodyPr/>
          <a:lstStyle>
            <a:lvl1pPr marL="0" indent="0">
              <a:buNone/>
              <a:defRPr sz="1008">
                <a:solidFill>
                  <a:schemeClr val="tx1">
                    <a:tint val="75000"/>
                  </a:schemeClr>
                </a:solidFill>
              </a:defRPr>
            </a:lvl1pPr>
            <a:lvl2pPr marL="191978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2pPr>
            <a:lvl3pPr marL="383957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3pPr>
            <a:lvl4pPr marL="575935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4pPr>
            <a:lvl5pPr marL="767913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5pPr>
            <a:lvl6pPr marL="959891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6pPr>
            <a:lvl7pPr marL="115187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7pPr>
            <a:lvl8pPr marL="1343848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8pPr>
            <a:lvl9pPr marL="1535826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601" y="766593"/>
            <a:ext cx="4207351" cy="182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698" y="766593"/>
            <a:ext cx="4207351" cy="182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7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0" y="153319"/>
            <a:ext cx="8538448" cy="55661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891" y="705933"/>
            <a:ext cx="4188016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1891" y="1051899"/>
            <a:ext cx="4188016" cy="154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698" y="705933"/>
            <a:ext cx="4208641" cy="345967"/>
          </a:xfrm>
        </p:spPr>
        <p:txBody>
          <a:bodyPr anchor="b"/>
          <a:lstStyle>
            <a:lvl1pPr marL="0" indent="0">
              <a:buNone/>
              <a:defRPr sz="1008" b="1"/>
            </a:lvl1pPr>
            <a:lvl2pPr marL="191978" indent="0">
              <a:buNone/>
              <a:defRPr sz="840" b="1"/>
            </a:lvl2pPr>
            <a:lvl3pPr marL="383957" indent="0">
              <a:buNone/>
              <a:defRPr sz="756" b="1"/>
            </a:lvl3pPr>
            <a:lvl4pPr marL="575935" indent="0">
              <a:buNone/>
              <a:defRPr sz="672" b="1"/>
            </a:lvl4pPr>
            <a:lvl5pPr marL="767913" indent="0">
              <a:buNone/>
              <a:defRPr sz="672" b="1"/>
            </a:lvl5pPr>
            <a:lvl6pPr marL="959891" indent="0">
              <a:buNone/>
              <a:defRPr sz="672" b="1"/>
            </a:lvl6pPr>
            <a:lvl7pPr marL="1151870" indent="0">
              <a:buNone/>
              <a:defRPr sz="672" b="1"/>
            </a:lvl7pPr>
            <a:lvl8pPr marL="1343848" indent="0">
              <a:buNone/>
              <a:defRPr sz="672" b="1"/>
            </a:lvl8pPr>
            <a:lvl9pPr marL="1535826" indent="0">
              <a:buNone/>
              <a:defRPr sz="67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1698" y="1051899"/>
            <a:ext cx="4208641" cy="154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39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4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69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1" y="191982"/>
            <a:ext cx="319289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641" y="414627"/>
            <a:ext cx="5011698" cy="2046471"/>
          </a:xfrm>
        </p:spPr>
        <p:txBody>
          <a:bodyPr/>
          <a:lstStyle>
            <a:lvl1pPr>
              <a:defRPr sz="1344"/>
            </a:lvl1pPr>
            <a:lvl2pPr>
              <a:defRPr sz="1176"/>
            </a:lvl2pPr>
            <a:lvl3pPr>
              <a:defRPr sz="1008"/>
            </a:lvl3pPr>
            <a:lvl4pPr>
              <a:defRPr sz="840"/>
            </a:lvl4pPr>
            <a:lvl5pPr>
              <a:defRPr sz="840"/>
            </a:lvl5pPr>
            <a:lvl6pPr>
              <a:defRPr sz="840"/>
            </a:lvl6pPr>
            <a:lvl7pPr>
              <a:defRPr sz="840"/>
            </a:lvl7pPr>
            <a:lvl8pPr>
              <a:defRPr sz="840"/>
            </a:lvl8pPr>
            <a:lvl9pPr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1" y="863918"/>
            <a:ext cx="319289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035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891" y="191982"/>
            <a:ext cx="3192895" cy="671936"/>
          </a:xfrm>
        </p:spPr>
        <p:txBody>
          <a:bodyPr anchor="b"/>
          <a:lstStyle>
            <a:lvl1pPr>
              <a:defRPr sz="13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08641" y="414627"/>
            <a:ext cx="5011698" cy="2046471"/>
          </a:xfrm>
        </p:spPr>
        <p:txBody>
          <a:bodyPr anchor="t"/>
          <a:lstStyle>
            <a:lvl1pPr marL="0" indent="0">
              <a:buNone/>
              <a:defRPr sz="1344"/>
            </a:lvl1pPr>
            <a:lvl2pPr marL="191978" indent="0">
              <a:buNone/>
              <a:defRPr sz="1176"/>
            </a:lvl2pPr>
            <a:lvl3pPr marL="383957" indent="0">
              <a:buNone/>
              <a:defRPr sz="1008"/>
            </a:lvl3pPr>
            <a:lvl4pPr marL="575935" indent="0">
              <a:buNone/>
              <a:defRPr sz="840"/>
            </a:lvl4pPr>
            <a:lvl5pPr marL="767913" indent="0">
              <a:buNone/>
              <a:defRPr sz="840"/>
            </a:lvl5pPr>
            <a:lvl6pPr marL="959891" indent="0">
              <a:buNone/>
              <a:defRPr sz="840"/>
            </a:lvl6pPr>
            <a:lvl7pPr marL="1151870" indent="0">
              <a:buNone/>
              <a:defRPr sz="840"/>
            </a:lvl7pPr>
            <a:lvl8pPr marL="1343848" indent="0">
              <a:buNone/>
              <a:defRPr sz="840"/>
            </a:lvl8pPr>
            <a:lvl9pPr marL="1535826" indent="0">
              <a:buNone/>
              <a:defRPr sz="84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891" y="863918"/>
            <a:ext cx="3192895" cy="1600514"/>
          </a:xfrm>
        </p:spPr>
        <p:txBody>
          <a:bodyPr/>
          <a:lstStyle>
            <a:lvl1pPr marL="0" indent="0">
              <a:buNone/>
              <a:defRPr sz="672"/>
            </a:lvl1pPr>
            <a:lvl2pPr marL="191978" indent="0">
              <a:buNone/>
              <a:defRPr sz="588"/>
            </a:lvl2pPr>
            <a:lvl3pPr marL="383957" indent="0">
              <a:buNone/>
              <a:defRPr sz="504"/>
            </a:lvl3pPr>
            <a:lvl4pPr marL="575935" indent="0">
              <a:buNone/>
              <a:defRPr sz="420"/>
            </a:lvl4pPr>
            <a:lvl5pPr marL="767913" indent="0">
              <a:buNone/>
              <a:defRPr sz="420"/>
            </a:lvl5pPr>
            <a:lvl6pPr marL="959891" indent="0">
              <a:buNone/>
              <a:defRPr sz="420"/>
            </a:lvl6pPr>
            <a:lvl7pPr marL="1151870" indent="0">
              <a:buNone/>
              <a:defRPr sz="420"/>
            </a:lvl7pPr>
            <a:lvl8pPr marL="1343848" indent="0">
              <a:buNone/>
              <a:defRPr sz="420"/>
            </a:lvl8pPr>
            <a:lvl9pPr marL="1535826" indent="0">
              <a:buNone/>
              <a:defRPr sz="42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0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3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4437" y="153319"/>
            <a:ext cx="2134612" cy="244043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601" y="153319"/>
            <a:ext cx="6280090" cy="24404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5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601" y="153319"/>
            <a:ext cx="8538448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601" y="766593"/>
            <a:ext cx="8538448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0601" y="2669079"/>
            <a:ext cx="222742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4FCF3-F2F1-BB4C-82ED-E0D01773818E}" type="datetimeFigureOut">
              <a:rPr lang="en-US" smtClean="0"/>
              <a:t>9/20/19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9259" y="2669079"/>
            <a:ext cx="3341132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1628" y="2669079"/>
            <a:ext cx="2227421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06037-21B3-3842-B883-60659F511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342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83957" rtl="0" eaLnBrk="1" latinLnBrk="0" hangingPunct="1">
        <a:lnSpc>
          <a:spcPct val="90000"/>
        </a:lnSpc>
        <a:spcBef>
          <a:spcPct val="0"/>
        </a:spcBef>
        <a:buNone/>
        <a:defRPr sz="18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5989" indent="-95989" algn="l" defTabSz="383957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176" kern="1200">
          <a:solidFill>
            <a:schemeClr val="tx1"/>
          </a:solidFill>
          <a:latin typeface="+mn-lt"/>
          <a:ea typeface="+mn-ea"/>
          <a:cs typeface="+mn-cs"/>
        </a:defRPr>
      </a:lvl1pPr>
      <a:lvl2pPr marL="28796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1008" kern="1200">
          <a:solidFill>
            <a:schemeClr val="tx1"/>
          </a:solidFill>
          <a:latin typeface="+mn-lt"/>
          <a:ea typeface="+mn-ea"/>
          <a:cs typeface="+mn-cs"/>
        </a:defRPr>
      </a:lvl2pPr>
      <a:lvl3pPr marL="479946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71924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863902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1055881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247859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439837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631815" indent="-95989" algn="l" defTabSz="383957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1pPr>
      <a:lvl2pPr marL="19197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83957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575935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4pPr>
      <a:lvl5pPr marL="767913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5pPr>
      <a:lvl6pPr marL="959891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6pPr>
      <a:lvl7pPr marL="1151870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7pPr>
      <a:lvl8pPr marL="1343848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8pPr>
      <a:lvl9pPr marL="1535826" algn="l" defTabSz="383957" rtl="0" eaLnBrk="1" latinLnBrk="0" hangingPunct="1">
        <a:defRPr sz="7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ral&#10;&#10;Description automatically generated">
            <a:extLst>
              <a:ext uri="{FF2B5EF4-FFF2-40B4-BE49-F238E27FC236}">
                <a16:creationId xmlns:a16="http://schemas.microsoft.com/office/drawing/2014/main" id="{18BCA4B9-4112-0640-A084-9D1E6A72D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" y="98313"/>
            <a:ext cx="2696588" cy="26831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BD33D62-86EE-4A43-9565-C472D869CA54}"/>
                  </a:ext>
                </a:extLst>
              </p14:cNvPr>
              <p14:cNvContentPartPr/>
              <p14:nvPr/>
            </p14:nvContentPartPr>
            <p14:xfrm>
              <a:off x="-2131089" y="-720549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BD33D62-86EE-4A43-9565-C472D869CA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167089" y="-756549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83" name="TextBox 82">
            <a:extLst>
              <a:ext uri="{FF2B5EF4-FFF2-40B4-BE49-F238E27FC236}">
                <a16:creationId xmlns:a16="http://schemas.microsoft.com/office/drawing/2014/main" id="{167164D5-945D-C341-B028-6479A84D0192}"/>
              </a:ext>
            </a:extLst>
          </p:cNvPr>
          <p:cNvSpPr txBox="1"/>
          <p:nvPr/>
        </p:nvSpPr>
        <p:spPr>
          <a:xfrm>
            <a:off x="3046119" y="2133419"/>
            <a:ext cx="7200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genomic </a:t>
            </a:r>
          </a:p>
          <a:p>
            <a:pPr algn="r"/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72AAF0-68F6-3D44-A76A-CA3312FC3656}"/>
              </a:ext>
            </a:extLst>
          </p:cNvPr>
          <p:cNvSpPr txBox="1"/>
          <p:nvPr/>
        </p:nvSpPr>
        <p:spPr>
          <a:xfrm>
            <a:off x="4710559" y="570568"/>
            <a:ext cx="773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genomic end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66C904-4F5F-FE4E-8B0B-D846257D3E9A}"/>
              </a:ext>
            </a:extLst>
          </p:cNvPr>
          <p:cNvGrpSpPr/>
          <p:nvPr/>
        </p:nvGrpSpPr>
        <p:grpSpPr>
          <a:xfrm>
            <a:off x="5944347" y="624544"/>
            <a:ext cx="4041554" cy="1818076"/>
            <a:chOff x="1134106" y="4239056"/>
            <a:chExt cx="4041554" cy="1818076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9FFB7A7-54D9-3943-870E-436DC3343D7C}"/>
                </a:ext>
              </a:extLst>
            </p:cNvPr>
            <p:cNvGrpSpPr/>
            <p:nvPr/>
          </p:nvGrpSpPr>
          <p:grpSpPr>
            <a:xfrm>
              <a:off x="1240735" y="4762367"/>
              <a:ext cx="304854" cy="299474"/>
              <a:chOff x="5775952" y="3118068"/>
              <a:chExt cx="316518" cy="310932"/>
            </a:xfrm>
          </p:grpSpPr>
          <p:sp>
            <p:nvSpPr>
              <p:cNvPr id="70" name="Rounded Rectangle 69">
                <a:extLst>
                  <a:ext uri="{FF2B5EF4-FFF2-40B4-BE49-F238E27FC236}">
                    <a16:creationId xmlns:a16="http://schemas.microsoft.com/office/drawing/2014/main" id="{5A58217C-198D-5649-8066-E7BB7E1E94D2}"/>
                  </a:ext>
                </a:extLst>
              </p:cNvPr>
              <p:cNvSpPr/>
              <p:nvPr/>
            </p:nvSpPr>
            <p:spPr>
              <a:xfrm>
                <a:off x="5775952" y="3118068"/>
                <a:ext cx="159227" cy="310932"/>
              </a:xfrm>
              <a:prstGeom prst="roundRect">
                <a:avLst/>
              </a:prstGeom>
              <a:solidFill>
                <a:srgbClr val="DED5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345BC1FE-74C3-0547-95B4-2D753E496BA4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rgbClr val="4A69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90A4CCFA-2968-1B4E-AF36-C42876457BB3}"/>
                </a:ext>
              </a:extLst>
            </p:cNvPr>
            <p:cNvGrpSpPr/>
            <p:nvPr/>
          </p:nvGrpSpPr>
          <p:grpSpPr>
            <a:xfrm>
              <a:off x="1239803" y="5126496"/>
              <a:ext cx="304854" cy="299474"/>
              <a:chOff x="5775952" y="3118068"/>
              <a:chExt cx="316518" cy="310932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1284038F-DC42-B147-ACC7-5D867D20A360}"/>
                  </a:ext>
                </a:extLst>
              </p:cNvPr>
              <p:cNvSpPr/>
              <p:nvPr/>
            </p:nvSpPr>
            <p:spPr>
              <a:xfrm>
                <a:off x="5775952" y="3118068"/>
                <a:ext cx="159227" cy="310932"/>
              </a:xfrm>
              <a:prstGeom prst="roundRect">
                <a:avLst/>
              </a:prstGeom>
              <a:solidFill>
                <a:srgbClr val="6BD9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EA290626-6A55-4542-AFEA-92368CA0A89C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rgbClr val="D183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C1E25EB-F234-DF40-8283-25D8CC57E611}"/>
                </a:ext>
              </a:extLst>
            </p:cNvPr>
            <p:cNvGrpSpPr/>
            <p:nvPr/>
          </p:nvGrpSpPr>
          <p:grpSpPr>
            <a:xfrm>
              <a:off x="1238871" y="5497689"/>
              <a:ext cx="304854" cy="299474"/>
              <a:chOff x="5775952" y="3118068"/>
              <a:chExt cx="316518" cy="310932"/>
            </a:xfrm>
          </p:grpSpPr>
          <p:sp>
            <p:nvSpPr>
              <p:cNvPr id="76" name="Rounded Rectangle 75">
                <a:extLst>
                  <a:ext uri="{FF2B5EF4-FFF2-40B4-BE49-F238E27FC236}">
                    <a16:creationId xmlns:a16="http://schemas.microsoft.com/office/drawing/2014/main" id="{FC41E411-47C2-4443-9D96-041B924B1502}"/>
                  </a:ext>
                </a:extLst>
              </p:cNvPr>
              <p:cNvSpPr/>
              <p:nvPr/>
            </p:nvSpPr>
            <p:spPr>
              <a:xfrm>
                <a:off x="5775952" y="3118068"/>
                <a:ext cx="159227" cy="310932"/>
              </a:xfrm>
              <a:prstGeom prst="roundRect">
                <a:avLst/>
              </a:prstGeom>
              <a:solidFill>
                <a:srgbClr val="8601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16F12825-39A4-E643-A09E-7D42014D4AFE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rgbClr val="6FBB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72A8E4F2-B13D-CD42-81B1-59742785EA71}"/>
                </a:ext>
              </a:extLst>
            </p:cNvPr>
            <p:cNvGrpSpPr/>
            <p:nvPr/>
          </p:nvGrpSpPr>
          <p:grpSpPr>
            <a:xfrm>
              <a:off x="1237939" y="4244969"/>
              <a:ext cx="304854" cy="299474"/>
              <a:chOff x="5775952" y="3118068"/>
              <a:chExt cx="316518" cy="310932"/>
            </a:xfrm>
          </p:grpSpPr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8C41887B-B84D-0648-A86E-C81F7FBD58D6}"/>
                  </a:ext>
                </a:extLst>
              </p:cNvPr>
              <p:cNvSpPr/>
              <p:nvPr/>
            </p:nvSpPr>
            <p:spPr>
              <a:xfrm>
                <a:off x="5775952" y="3118068"/>
                <a:ext cx="159227" cy="31093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81" name="Rounded Rectangle 80">
                <a:extLst>
                  <a:ext uri="{FF2B5EF4-FFF2-40B4-BE49-F238E27FC236}">
                    <a16:creationId xmlns:a16="http://schemas.microsoft.com/office/drawing/2014/main" id="{84BA931A-0202-AC49-93B1-DA00ECF62D13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j</a:t>
                </a:r>
                <a:endParaRPr lang="en-US" dirty="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7B6EC3A-C2DF-4645-A0A9-13C0BBB90A43}"/>
                </a:ext>
              </a:extLst>
            </p:cNvPr>
            <p:cNvGrpSpPr/>
            <p:nvPr/>
          </p:nvGrpSpPr>
          <p:grpSpPr>
            <a:xfrm>
              <a:off x="2456485" y="5126495"/>
              <a:ext cx="304840" cy="299475"/>
              <a:chOff x="5775966" y="3118068"/>
              <a:chExt cx="316504" cy="310933"/>
            </a:xfrm>
          </p:grpSpPr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0E45844A-EC3D-5D47-8666-37726444C331}"/>
                  </a:ext>
                </a:extLst>
              </p:cNvPr>
              <p:cNvSpPr/>
              <p:nvPr/>
            </p:nvSpPr>
            <p:spPr>
              <a:xfrm>
                <a:off x="5775966" y="3118069"/>
                <a:ext cx="159227" cy="310932"/>
              </a:xfrm>
              <a:prstGeom prst="roundRect">
                <a:avLst/>
              </a:prstGeom>
              <a:solidFill>
                <a:srgbClr val="4A69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9B395206-02E1-CE45-904B-2FAF0551730E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rgbClr val="62C7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90B0DAD-45BE-DC4F-8BB6-D4535DF2E871}"/>
                </a:ext>
              </a:extLst>
            </p:cNvPr>
            <p:cNvGrpSpPr/>
            <p:nvPr/>
          </p:nvGrpSpPr>
          <p:grpSpPr>
            <a:xfrm>
              <a:off x="2455539" y="5497688"/>
              <a:ext cx="304854" cy="299474"/>
              <a:chOff x="5775952" y="3118068"/>
              <a:chExt cx="316518" cy="310932"/>
            </a:xfrm>
          </p:grpSpPr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C3A0FCBC-35C1-3743-A1F8-AE4EC9994012}"/>
                  </a:ext>
                </a:extLst>
              </p:cNvPr>
              <p:cNvSpPr/>
              <p:nvPr/>
            </p:nvSpPr>
            <p:spPr>
              <a:xfrm>
                <a:off x="5775952" y="3118068"/>
                <a:ext cx="159227" cy="310932"/>
              </a:xfrm>
              <a:prstGeom prst="roundRect">
                <a:avLst/>
              </a:prstGeom>
              <a:solidFill>
                <a:srgbClr val="6FBB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B2018B98-782C-8747-AC6B-F7168EB10928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rgbClr val="8601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CD0A1E2-54E5-2A45-9573-9A9F0494F9D4}"/>
                </a:ext>
              </a:extLst>
            </p:cNvPr>
            <p:cNvGrpSpPr/>
            <p:nvPr/>
          </p:nvGrpSpPr>
          <p:grpSpPr>
            <a:xfrm>
              <a:off x="2455539" y="4762366"/>
              <a:ext cx="304854" cy="299474"/>
              <a:chOff x="5775952" y="3118068"/>
              <a:chExt cx="316518" cy="310932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DCE75C15-EE6F-9B49-8261-685BB5748A62}"/>
                  </a:ext>
                </a:extLst>
              </p:cNvPr>
              <p:cNvSpPr/>
              <p:nvPr/>
            </p:nvSpPr>
            <p:spPr>
              <a:xfrm>
                <a:off x="5775952" y="3118068"/>
                <a:ext cx="159227" cy="310932"/>
              </a:xfrm>
              <a:prstGeom prst="roundRect">
                <a:avLst/>
              </a:prstGeom>
              <a:solidFill>
                <a:srgbClr val="DED5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A2D2FAFE-3C94-634D-A755-3C99C3175DC9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rgbClr val="B772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4B6CFB5-6EE6-FF41-B10A-CEFD6AC81439}"/>
                </a:ext>
              </a:extLst>
            </p:cNvPr>
            <p:cNvSpPr txBox="1"/>
            <p:nvPr/>
          </p:nvSpPr>
          <p:spPr>
            <a:xfrm>
              <a:off x="1134106" y="5749355"/>
              <a:ext cx="56568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orig*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AD635A3-A0E7-2349-BCE7-8CFE3D033242}"/>
                </a:ext>
              </a:extLst>
            </p:cNvPr>
            <p:cNvSpPr txBox="1"/>
            <p:nvPr/>
          </p:nvSpPr>
          <p:spPr>
            <a:xfrm>
              <a:off x="2356226" y="5743808"/>
              <a:ext cx="6815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new*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58FF591-AFEC-6B4C-BD17-1BB3A23CA37C}"/>
                </a:ext>
              </a:extLst>
            </p:cNvPr>
            <p:cNvCxnSpPr>
              <a:cxnSpLocks/>
            </p:cNvCxnSpPr>
            <p:nvPr/>
          </p:nvCxnSpPr>
          <p:spPr>
            <a:xfrm>
              <a:off x="1607560" y="5276232"/>
              <a:ext cx="778696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8BA2B48-A7B3-8C4D-A9F4-050C9C4EAB9A}"/>
                </a:ext>
              </a:extLst>
            </p:cNvPr>
            <p:cNvSpPr txBox="1"/>
            <p:nvPr/>
          </p:nvSpPr>
          <p:spPr>
            <a:xfrm>
              <a:off x="1614886" y="4988426"/>
              <a:ext cx="7736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Arial" panose="020B0604020202020204" pitchFamily="34" charset="0"/>
                  <a:cs typeface="Arial" panose="020B0604020202020204" pitchFamily="34" charset="0"/>
                </a:rPr>
                <a:t>shuffle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774444CA-4B29-8946-AEF6-0C191BEF5B97}"/>
                </a:ext>
              </a:extLst>
            </p:cNvPr>
            <p:cNvGrpSpPr/>
            <p:nvPr/>
          </p:nvGrpSpPr>
          <p:grpSpPr>
            <a:xfrm>
              <a:off x="2452457" y="4239056"/>
              <a:ext cx="304854" cy="299474"/>
              <a:chOff x="5775952" y="3118068"/>
              <a:chExt cx="316518" cy="310932"/>
            </a:xfrm>
          </p:grpSpPr>
          <p:sp>
            <p:nvSpPr>
              <p:cNvPr id="54" name="Rounded Rectangle 53">
                <a:extLst>
                  <a:ext uri="{FF2B5EF4-FFF2-40B4-BE49-F238E27FC236}">
                    <a16:creationId xmlns:a16="http://schemas.microsoft.com/office/drawing/2014/main" id="{C1D5B1C9-D531-B14C-9F5D-112AA5BEB16D}"/>
                  </a:ext>
                </a:extLst>
              </p:cNvPr>
              <p:cNvSpPr/>
              <p:nvPr/>
            </p:nvSpPr>
            <p:spPr>
              <a:xfrm>
                <a:off x="5775952" y="3118068"/>
                <a:ext cx="159227" cy="310932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</a:t>
                </a:r>
              </a:p>
            </p:txBody>
          </p:sp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9DB9E02F-6BF4-B04D-A29D-CB6AE63FD4A9}"/>
                  </a:ext>
                </a:extLst>
              </p:cNvPr>
              <p:cNvSpPr/>
              <p:nvPr/>
            </p:nvSpPr>
            <p:spPr>
              <a:xfrm>
                <a:off x="5933243" y="3118068"/>
                <a:ext cx="159227" cy="310932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j</a:t>
                </a:r>
                <a:endParaRPr lang="en-US" dirty="0"/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B6706112-BC15-9C43-99CD-1516E57B7003}"/>
                </a:ext>
              </a:extLst>
            </p:cNvPr>
            <p:cNvSpPr txBox="1"/>
            <p:nvPr/>
          </p:nvSpPr>
          <p:spPr>
            <a:xfrm>
              <a:off x="2713644" y="5122343"/>
              <a:ext cx="351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╳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714BD0B-CB58-3140-B8AD-C7FD3D7D7612}"/>
                </a:ext>
              </a:extLst>
            </p:cNvPr>
            <p:cNvSpPr txBox="1"/>
            <p:nvPr/>
          </p:nvSpPr>
          <p:spPr>
            <a:xfrm>
              <a:off x="2713644" y="5493536"/>
              <a:ext cx="351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╳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D88F0DF-2F1C-344A-907C-741938B89EE1}"/>
                </a:ext>
              </a:extLst>
            </p:cNvPr>
            <p:cNvSpPr txBox="1"/>
            <p:nvPr/>
          </p:nvSpPr>
          <p:spPr>
            <a:xfrm>
              <a:off x="2712698" y="4734452"/>
              <a:ext cx="3512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✓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76CAFE-0458-2E43-A064-886DF39B5365}"/>
                </a:ext>
              </a:extLst>
            </p:cNvPr>
            <p:cNvSpPr txBox="1"/>
            <p:nvPr/>
          </p:nvSpPr>
          <p:spPr>
            <a:xfrm>
              <a:off x="3008307" y="4758214"/>
              <a:ext cx="6291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valid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7FC664F-7CFD-084B-BF21-DAF5F132CA58}"/>
                </a:ext>
              </a:extLst>
            </p:cNvPr>
            <p:cNvSpPr txBox="1"/>
            <p:nvPr/>
          </p:nvSpPr>
          <p:spPr>
            <a:xfrm>
              <a:off x="3008306" y="5046856"/>
              <a:ext cx="194547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3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distance between </a:t>
              </a:r>
              <a:r>
                <a:rPr lang="en-US" sz="13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13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</a:t>
              </a:r>
              <a:r>
                <a:rPr lang="en-US" sz="13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3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not greater than 2Mb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F53A2F4-B774-9A4C-A26B-FA7E866BC103}"/>
                </a:ext>
              </a:extLst>
            </p:cNvPr>
            <p:cNvSpPr txBox="1"/>
            <p:nvPr/>
          </p:nvSpPr>
          <p:spPr>
            <a:xfrm>
              <a:off x="3009494" y="5499498"/>
              <a:ext cx="21661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&gt; </a:t>
              </a:r>
              <a:r>
                <a:rPr lang="en-US" sz="1400" b="1" i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</a:t>
              </a:r>
              <a:r>
                <a:rPr lang="en-US" sz="14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&amp; present in orig set</a:t>
              </a:r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F40C9C0-F4F5-6846-B965-91C2E0962405}"/>
              </a:ext>
            </a:extLst>
          </p:cNvPr>
          <p:cNvCxnSpPr>
            <a:cxnSpLocks/>
          </p:cNvCxnSpPr>
          <p:nvPr/>
        </p:nvCxnSpPr>
        <p:spPr>
          <a:xfrm flipV="1">
            <a:off x="1491886" y="555775"/>
            <a:ext cx="1374481" cy="4267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1F22AF1-2EAD-9F4C-BE9F-8D840527F503}"/>
              </a:ext>
            </a:extLst>
          </p:cNvPr>
          <p:cNvSpPr/>
          <p:nvPr/>
        </p:nvSpPr>
        <p:spPr>
          <a:xfrm>
            <a:off x="2866366" y="555778"/>
            <a:ext cx="2617864" cy="2027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A67F496-C5E0-C243-A114-99735D499282}"/>
              </a:ext>
            </a:extLst>
          </p:cNvPr>
          <p:cNvCxnSpPr>
            <a:cxnSpLocks/>
          </p:cNvCxnSpPr>
          <p:nvPr/>
        </p:nvCxnSpPr>
        <p:spPr>
          <a:xfrm>
            <a:off x="1475450" y="1050117"/>
            <a:ext cx="1390917" cy="153346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DFEC6C9C-2230-2648-A7DA-B402E592029D}"/>
              </a:ext>
            </a:extLst>
          </p:cNvPr>
          <p:cNvSpPr/>
          <p:nvPr/>
        </p:nvSpPr>
        <p:spPr>
          <a:xfrm>
            <a:off x="1379486" y="982543"/>
            <a:ext cx="109416" cy="79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78FE8E0-0140-7C4C-8F0C-3EAB74563682}"/>
              </a:ext>
            </a:extLst>
          </p:cNvPr>
          <p:cNvGrpSpPr/>
          <p:nvPr/>
        </p:nvGrpSpPr>
        <p:grpSpPr>
          <a:xfrm>
            <a:off x="5960939" y="2432921"/>
            <a:ext cx="2912734" cy="400110"/>
            <a:chOff x="979762" y="5621563"/>
            <a:chExt cx="2912734" cy="40011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D4AC1EF-C6EB-1E4A-92A6-06488DB68B37}"/>
                </a:ext>
              </a:extLst>
            </p:cNvPr>
            <p:cNvSpPr txBox="1"/>
            <p:nvPr/>
          </p:nvSpPr>
          <p:spPr>
            <a:xfrm>
              <a:off x="979762" y="5621563"/>
              <a:ext cx="3695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C17D1F0-B585-FB46-9C70-FC0F11EC9422}"/>
                </a:ext>
              </a:extLst>
            </p:cNvPr>
            <p:cNvSpPr txBox="1"/>
            <p:nvPr/>
          </p:nvSpPr>
          <p:spPr>
            <a:xfrm>
              <a:off x="1099228" y="5641374"/>
              <a:ext cx="27932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Arial" panose="020B0604020202020204" pitchFamily="34" charset="0"/>
                  <a:cs typeface="Arial" panose="020B0604020202020204" pitchFamily="34" charset="0"/>
                </a:rPr>
                <a:t>A set should contain unique contacts. 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8EE6E1A-464F-C84F-823F-018D466BC27C}"/>
              </a:ext>
            </a:extLst>
          </p:cNvPr>
          <p:cNvSpPr txBox="1"/>
          <p:nvPr/>
        </p:nvSpPr>
        <p:spPr>
          <a:xfrm>
            <a:off x="5529452" y="114169"/>
            <a:ext cx="93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B1C05F8-D966-084C-A80C-6E001572B0DC}"/>
              </a:ext>
            </a:extLst>
          </p:cNvPr>
          <p:cNvGrpSpPr/>
          <p:nvPr/>
        </p:nvGrpSpPr>
        <p:grpSpPr>
          <a:xfrm>
            <a:off x="2969757" y="852995"/>
            <a:ext cx="2361580" cy="1470955"/>
            <a:chOff x="2982652" y="331500"/>
            <a:chExt cx="2832054" cy="1763999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70B1A1B-6A6D-2746-8F6D-D6B67D1D13D4}"/>
                    </a:ext>
                  </a:extLst>
                </p14:cNvPr>
                <p14:cNvContentPartPr/>
                <p14:nvPr/>
              </p14:nvContentPartPr>
              <p14:xfrm>
                <a:off x="2982652" y="331500"/>
                <a:ext cx="2832054" cy="1763999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70B1A1B-6A6D-2746-8F6D-D6B67D1D13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36890" y="286181"/>
                  <a:ext cx="2923146" cy="1854638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14E98332-C8C9-9A4D-8CAD-513C37700271}"/>
                </a:ext>
              </a:extLst>
            </p:cNvPr>
            <p:cNvGrpSpPr/>
            <p:nvPr/>
          </p:nvGrpSpPr>
          <p:grpSpPr>
            <a:xfrm rot="21156281">
              <a:off x="3835075" y="1192220"/>
              <a:ext cx="226230" cy="344464"/>
              <a:chOff x="3846289" y="1208842"/>
              <a:chExt cx="226230" cy="344464"/>
            </a:xfrm>
          </p:grpSpPr>
          <p:sp>
            <p:nvSpPr>
              <p:cNvPr id="90" name="Rounded Rectangle 89">
                <a:extLst>
                  <a:ext uri="{FF2B5EF4-FFF2-40B4-BE49-F238E27FC236}">
                    <a16:creationId xmlns:a16="http://schemas.microsoft.com/office/drawing/2014/main" id="{7C4ACCE5-4825-7D42-871C-15C0EE300141}"/>
                  </a:ext>
                </a:extLst>
              </p:cNvPr>
              <p:cNvSpPr/>
              <p:nvPr/>
            </p:nvSpPr>
            <p:spPr>
              <a:xfrm rot="19027459">
                <a:off x="3846289" y="1297046"/>
                <a:ext cx="131230" cy="256260"/>
              </a:xfrm>
              <a:prstGeom prst="roundRect">
                <a:avLst/>
              </a:prstGeom>
              <a:solidFill>
                <a:srgbClr val="DED59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Rounded Rectangle 90">
                <a:extLst>
                  <a:ext uri="{FF2B5EF4-FFF2-40B4-BE49-F238E27FC236}">
                    <a16:creationId xmlns:a16="http://schemas.microsoft.com/office/drawing/2014/main" id="{BBD6441E-18B4-E640-A059-CB1C57A1D32C}"/>
                  </a:ext>
                </a:extLst>
              </p:cNvPr>
              <p:cNvSpPr/>
              <p:nvPr/>
            </p:nvSpPr>
            <p:spPr>
              <a:xfrm rot="19027459">
                <a:off x="3941289" y="1208842"/>
                <a:ext cx="131230" cy="256260"/>
              </a:xfrm>
              <a:prstGeom prst="roundRect">
                <a:avLst/>
              </a:prstGeom>
              <a:solidFill>
                <a:srgbClr val="4A69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6B54D4C-2109-9446-98BF-F1132D4EE66C}"/>
                </a:ext>
              </a:extLst>
            </p:cNvPr>
            <p:cNvGrpSpPr/>
            <p:nvPr/>
          </p:nvGrpSpPr>
          <p:grpSpPr>
            <a:xfrm>
              <a:off x="4169040" y="1154438"/>
              <a:ext cx="257542" cy="285424"/>
              <a:chOff x="4174678" y="1188361"/>
              <a:chExt cx="257542" cy="285424"/>
            </a:xfrm>
          </p:grpSpPr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E645C91B-B38A-C94E-8D58-67B7E98C7A13}"/>
                  </a:ext>
                </a:extLst>
              </p:cNvPr>
              <p:cNvSpPr/>
              <p:nvPr/>
            </p:nvSpPr>
            <p:spPr>
              <a:xfrm rot="780047">
                <a:off x="4174678" y="1188361"/>
                <a:ext cx="131230" cy="256260"/>
              </a:xfrm>
              <a:prstGeom prst="roundRect">
                <a:avLst/>
              </a:prstGeom>
              <a:solidFill>
                <a:srgbClr val="6BD9E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9" name="Rounded Rectangle 88">
                <a:extLst>
                  <a:ext uri="{FF2B5EF4-FFF2-40B4-BE49-F238E27FC236}">
                    <a16:creationId xmlns:a16="http://schemas.microsoft.com/office/drawing/2014/main" id="{5E8A36D4-FFD7-0449-8C35-CBC22085CAB3}"/>
                  </a:ext>
                </a:extLst>
              </p:cNvPr>
              <p:cNvSpPr/>
              <p:nvPr/>
            </p:nvSpPr>
            <p:spPr>
              <a:xfrm rot="780047">
                <a:off x="4300990" y="1217525"/>
                <a:ext cx="131230" cy="256260"/>
              </a:xfrm>
              <a:prstGeom prst="roundRect">
                <a:avLst/>
              </a:prstGeom>
              <a:solidFill>
                <a:srgbClr val="D183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C869EAD3-6C7F-1B49-83C5-58D90EF6D544}"/>
                </a:ext>
              </a:extLst>
            </p:cNvPr>
            <p:cNvGrpSpPr/>
            <p:nvPr/>
          </p:nvGrpSpPr>
          <p:grpSpPr>
            <a:xfrm rot="17973461">
              <a:off x="5158764" y="615981"/>
              <a:ext cx="307262" cy="250410"/>
              <a:chOff x="5151144" y="608361"/>
              <a:chExt cx="307262" cy="250410"/>
            </a:xfrm>
          </p:grpSpPr>
          <p:sp>
            <p:nvSpPr>
              <p:cNvPr id="85" name="Rounded Rectangle 84">
                <a:extLst>
                  <a:ext uri="{FF2B5EF4-FFF2-40B4-BE49-F238E27FC236}">
                    <a16:creationId xmlns:a16="http://schemas.microsoft.com/office/drawing/2014/main" id="{03EAFEB6-1A17-A94C-8B30-309C5209A585}"/>
                  </a:ext>
                </a:extLst>
              </p:cNvPr>
              <p:cNvSpPr/>
              <p:nvPr/>
            </p:nvSpPr>
            <p:spPr>
              <a:xfrm rot="4009933">
                <a:off x="5213659" y="545846"/>
                <a:ext cx="131230" cy="256260"/>
              </a:xfrm>
              <a:prstGeom prst="roundRect">
                <a:avLst/>
              </a:prstGeom>
              <a:solidFill>
                <a:srgbClr val="8601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713C80B9-B036-6847-956A-20015D3E71F4}"/>
                  </a:ext>
                </a:extLst>
              </p:cNvPr>
              <p:cNvSpPr/>
              <p:nvPr/>
            </p:nvSpPr>
            <p:spPr>
              <a:xfrm rot="4009933">
                <a:off x="5264661" y="665026"/>
                <a:ext cx="131230" cy="256260"/>
              </a:xfrm>
              <a:prstGeom prst="roundRect">
                <a:avLst/>
              </a:prstGeom>
              <a:solidFill>
                <a:srgbClr val="6FBB9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0004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106</TotalTime>
  <Words>45</Words>
  <Application>Microsoft Macintosh PowerPoint</Application>
  <PresentationFormat>Custom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Liezel Tamon</dc:creator>
  <cp:lastModifiedBy>Liezel Tamon</cp:lastModifiedBy>
  <cp:revision>21</cp:revision>
  <cp:lastPrinted>2019-09-18T10:32:39Z</cp:lastPrinted>
  <dcterms:created xsi:type="dcterms:W3CDTF">2019-09-17T16:36:26Z</dcterms:created>
  <dcterms:modified xsi:type="dcterms:W3CDTF">2019-09-20T21:25:20Z</dcterms:modified>
</cp:coreProperties>
</file>