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ink/ink1.xml" ContentType="application/inkml+xml"/>
  <Override PartName="/ppt/ink/ink2.xml" ContentType="application/inkml+xml"/>
  <Override PartName="/ppt/notesSlides/notesSlide2.xml" ContentType="application/vnd.openxmlformats-officedocument.presentationml.notesSlide+xml"/>
  <Override PartName="/ppt/ink/ink3.xml" ContentType="application/inkml+xml"/>
  <Override PartName="/ppt/ink/ink4.xml" ContentType="application/inkml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32" r:id="rId1"/>
  </p:sldMasterIdLst>
  <p:notesMasterIdLst>
    <p:notesMasterId r:id="rId4"/>
  </p:notesMasterIdLst>
  <p:sldIdLst>
    <p:sldId id="256" r:id="rId2"/>
    <p:sldId id="258" r:id="rId3"/>
  </p:sldIdLst>
  <p:sldSz cx="9899650" cy="2879725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907" userDrawn="1">
          <p15:clr>
            <a:srgbClr val="A4A3A4"/>
          </p15:clr>
        </p15:guide>
        <p15:guide id="2" pos="3118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6BD9ED"/>
    <a:srgbClr val="0A4DFF"/>
    <a:srgbClr val="860138"/>
    <a:srgbClr val="6FBB98"/>
    <a:srgbClr val="B77240"/>
    <a:srgbClr val="62C7D9"/>
    <a:srgbClr val="4A69AF"/>
    <a:srgbClr val="DED59B"/>
    <a:srgbClr val="D18349"/>
    <a:srgbClr val="E7DEA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813"/>
    <p:restoredTop sz="94743"/>
  </p:normalViewPr>
  <p:slideViewPr>
    <p:cSldViewPr snapToGrid="0" snapToObjects="1" showGuides="1">
      <p:cViewPr>
        <p:scale>
          <a:sx n="133" d="100"/>
          <a:sy n="133" d="100"/>
        </p:scale>
        <p:origin x="1816" y="2104"/>
      </p:cViewPr>
      <p:guideLst>
        <p:guide orient="horz" pos="907"/>
        <p:guide pos="3118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notesMaster" Target="notesMasters/notesMaster1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19-09-17T16:44:10.086"/>
    </inkml:context>
    <inkml:brush xml:id="br0">
      <inkml:brushProperty name="width" value="0.2" units="cm"/>
      <inkml:brushProperty name="height" value="0.2" units="cm"/>
    </inkml:brush>
  </inkml:definitions>
  <inkml:trace contextRef="#ctx0" brushRef="#br0">0 1 24575,'0'0'0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19-09-17T16:46:39.312"/>
    </inkml:context>
    <inkml:brush xml:id="br0">
      <inkml:brushProperty name="width" value="0.34286" units="cm"/>
      <inkml:brushProperty name="height" value="0.34286" units="cm"/>
      <inkml:brushProperty name="color" value="#0D0D0D"/>
    </inkml:brush>
  </inkml:definitions>
  <inkml:trace contextRef="#ctx0" brushRef="#br0">2225 4605 8027,'11'-39'0,"0"3"0,-8 21 0,2-2 0,0 3 0,0-1 0,2-1 0,1-2 0,-1 0 0,2-1 0,-2 0 0,0-1 0,0 0 0,1 0 0,0-1 0,-2 2 0,0-1 0,1 2 0,-2-1 0,1 1 0,0 0 0,0-1 0,-1 1 0,-1-2 0,0 2 0,1-2 0,-1 1 0,0-3 0,0 2 0,1 0 0,-2-1 0,1 3 0,1-3 0,-1 1 0,0 1 0,-1-1 0,0-1 0,-2 0 0,2 0 0,-2 0 0,0 0 0,1 0 0,0 0 0,-1 0 0,-1 0 0,1 0 0,1 0 0,0 2 0,-2 1 0,0 0 0,0 2 0,0-1 0,0 1 0,0-2 0,0 2 0,0 1 0,-1-1 0,-1 0 0,-1 1 0,-2-1 0,0 2 0,-3-2 0,3 0 0,-1 2 0,-2 1 0,-2 0 0,1 0 0,-2 1 0,1-1 0,-2 0 0,0 2 0,-2 0 0,-1 1 0,-1-2 0,-1 1 0,1 1 0,-1-2 0,0 2 0,0-1 0,0 0 0,1 1 0,-1 1 0,1-2 0,-2 1 0,0-1 0,0 1 0,-2-1 0,0 0 0,-4-2 0,2 1 0,-4 0 0,6 3 0,-4-2 0,1 1 0,-3-1 0,3 1 0,2 1 0,-2 1 0,1-1 0,0 1 0,0 0 0,0-1 0,-2-1 0,0 1 0,0-2 0,3 4 0,-1-1 0,-4-1 0,1 3 0,1-3 0,0 0 0,2 3 0,-1-2 0,1-1 0,-2 0 0,-2-1 0,0 1 0,2 1 0,-4-1 0,3 0 0,-1-2 0,3 1 0,-5-1 0,-2-1 0,2 1 0,3 0 0,1 0 0,0-1 0,-3-2 0,0 2 0,-3-2 0,1 2 0,0-2 0,4 2 0,-3 0 0,6 0 0,-5-3 0,-1 1 0,5 1 0,-3-3 0,4 4 0,-3-7 0,2 4 0,-3-2 0,-1 0 0,1-1 0,-1-3 0,0 3 0,0-3 0,1 1 0,0 0 0,1 0 0,3 3 0,2-2 0,-4 0 0,1-4 0,-2 2 0,2 0 0,1 2 0,3 1 0,-2-4 0,5 4 0,-4-3 0,2 1 0,0 1 0,-2-4 0,4 4 0,0-4 0,3 3 0,1-1 0,-1-1 0,2 1 0,2-2 0,-1 1 0,2-2 0,-3-1 0,5-1 0,0 3 0,-2 1 0,4 0 0,-2-1 0,1 0 0,1 2 0,0-2 0,0 2 0,2 0 0,-1 0 0,2 0 0,1 0 0,-2 2 0,1-1 0,1 0 0,0-1 0,0 0 0,0 1 0,0 0 0,0 2 0,0 1 0,0 0 0,0 0 0,0 0 0,3 0 0,-1 1 0,2-1 0,0 1 0,0-2 0,0 1 0,2 0 0,1-1 0,1 1 0,-1-1 0,2 0 0,0 2 0,0-1 0,1 0 0,0 1 0,1 1 0,-2 2 0,2-1 0,1 0 0,0 1 0,3 1 0,-1 0 0,1 1 0,-1-1 0,1 1 0,0 1 0,0-2 0,2 1 0,-1 0 0,-2-1 0,2 1 0,-2 0 0,2 0 0,0 0 0,-1-2 0,1 2 0,2 0 0,-1 1 0,1-1 0,1 2 0,1-2 0,0 1 0,0 2 0,3 0 0,-1 0 0,-1 0 0,1 0 0,-2-1 0,1 3 0,-2-1 0,1 2 0,-1-1 0,0 1 0,1 1 0,1 0 0,-1-1 0,2 3 0,-2-2 0,2 4 0,1-1 0,-2-1 0,1 0 0,1 1 0,-1 1 0,0 0 0,-1 0 0,-2 0 0,1 0 0,0 0 0,0 0 0,0 0 0,0 0 0,0 0 0,1 0 0,2 0 0,1 1 0,-2 3 0,3-1 0,-6 1 0,3 1 0,-2-1 0,0 0 0,0 1 0,-2 1 0,0-1 0,-1 2 0,1-1 0,1 3 0,1-1 0,-2 0 0,3 1 0,-3-1 0,0 3 0,2-2 0,-1 2 0,0-1 0,-1 1 0,0-1 0,0 0 0,-2 0 0,-1-1 0,1 2 0,-2-1 0,0 2 0,-1-3 0,-1 3 0,1-3 0,-1 2 0,0-1 0,1 2 0,-2-3 0,1 3 0,-1-1 0,0 0 0,1 1 0,-1 1 0,1 0 0,-1 1 0,1-2 0,-1 1 0,1 1 0,-1 0 0,0 1 0,0-1 0,-1 1 0,0-2 0,1 1 0,-1 0 0,0-2 0,-2 1 0,1 0 0,0-1 0,-1 3 0,0-2 0,0 0 0,-1 0 0,1-1 0,-3 2 0,1-2 0,0 1 0,-2 0 0,2 2 0,-1-2 0,1 1 0,-1 1 0,1-3 0,-2 2 0,0 1 0,1-1 0,-2 0 0,1-1 0,1 0 0,0 0 0,1-1 0,-1 1 0,0-2 0,1 6 0,0 0 0,2 4 0,-1 0 0,1 0 0,-5-6 0,2 0 0,-3-5 0,1 1 0,1 0 0,-1 0 0,-2 0 0,4 2 0,-3 2 0,1-3 0,-1 0 0,-1-3 0,3 3 0,-4-2 0,2 1 0,0-3 0,0 6 0,1-1 0,0 2 0,-2 0 0,0 0 0,2-2 0,-1 1 0,0-1 0,2 6 0,-4-2 0,2-1 0,1-3 0,-3 0 0,3 0 0,-1-1 0,-1-1 0,2 1 0,-1-1 0,-1 0 0,-1-1 0,2 1 0,0-1 0,-1 2 0,2-3 0,-2 2 0,1-2 0,-1 5 0,2 2 0,1-1 0,1 3 0,-2-3 0,0-4 0,1 7 0,-3-9 0,4 9 0,-3-3 0,2 2 0,-3 0 0,2-3 0,-2 3 0,2-4 0,-1 3 0,1-2 0,1-2 0,-4 0 0,4-1 0,-4 3 0,4 0 0,-2 0 0,1-2 0,1 1 0,-2 0 0,0-1 0,2 1 0,-3-4 0,0 4 0,1-4 0,-1 8 0,2-4 0,0 4 0,-1-5 0,2 5 0,-3-3 0,1 3 0,-1-4 0,3 3 0,-2-3 0,2 2 0,-1 2 0,0-4 0,-2 0 0,3-1 0,-4-4 0,4 4 0,-3-3 0,0 2 0,1 1 0,1-3 0,-1 5 0,0-6 0,0 3 0,-2-3 0,2 1 0,0 1 0,1 0 0,-2 1 0,4 0 0,-4-3 0,2 3 0,1-3 0,-2 4 0,2-1 0,0 2 0,1-2 0,-1 0 0,0-1 0,1 2 0,1-2 0,-1 3 0,2 0 0,1-1 0,-3 0 0,3 1 0,-1 0 0,0-1 0,2-1 0,-2-1 0,1-1 0,-2-1 0,3 2 0,-1-1 0,2 2 0,-1-3 0,2 3 0,-3-3 0,2 2 0,-1-1 0,2-1 0,-3-2 0,4 2 0,-5-1 0,3 2 0,-2-1 0,1-2 0,1 3 0,-1-5 0,1 2 0,0-2 0,-3 0 0,3 1 0,-4-1 0,3 0 0,1-2 0,-1 2 0,1-4 0,-1 2 0,-1-2 0,1 0 0,1 0 0,-1 0 0,1 0 0,-2 0 0,1 0 0,0 0 0,-2 0 0,2 0 0,-1-2 0,1-2 0,1-3 0,-3 1 0,4 0 0,-3 0 0,4-1 0,-4-1 0,3 0 0,-4 1 0,2 0 0,0-2 0,2-2 0,1-1 0,-3-1 0,-1 5 0,2-4 0,-1 5 0,2-5 0,1-1 0,-4 0 0,2-2 0,-1 3 0,0-3 0,-1 0 0,-2 2 0,3-3 0,-4 4 0,2-5 0,-2 5 0,2-2 0,-1 4 0,-1-2 0,0 0 0,1-4 0,0-1 0,2-3 0,-1 2 0,-1 1 0,-1 2 0,1 0 0,0 1 0,-2-2 0,0 3 0,0-2 0,1 1 0,-1 0 0,0-1 0,0-2 0,1 2 0,-1-3 0,-1 0 0,2-1 0,-3 3 0,2-1 0,-1 0 0,0 0 0,0 0 0,1 2 0,-2-1 0,1 1 0,-1-1 0,0-1 0,1-1 0,-2 0 0,2-1 0,-1 1 0,0-2 0,0 0 0,-1-2 0,-1 2 0,1 0 0,1 0 0,-1 2 0,-1-1 0,0 1 0,0 0 0,0-1 0,0 1 0,0-1 0,0 1 0,0-1 0,0-1 0,0 1 0,-2-1 0,-2-1 0,0 0 0,-2 0 0,0 1 0,1 0 0,-3 0 0,1 2 0,0-1 0,0 0 0,0 1 0,1 1 0,-2-1 0,3 0 0,-3-1 0,1 1 0,0-1 0,1-1 0,-2 1 0,2 0 0,-1-1 0,0 0 0,0 0 0,0 1 0,-1 1 0,2 1 0,-1 0 0,-1 2 0,1-1 0,-2 2 0,1-1 0,0 0 0,-1 0 0,2 0 0,-3-2 0,0 2 0,1 0 0,-3-2 0,2-1 0,-1 0 0,1 0 0,-1 0 0,-2 1 0,2-1 0,0 0 0,-1 1 0,0 0 0,0-1 0,2 0 0,1-1 0,-2-1 0,0 0 0,-1-1 0,4 2 0,-2-2 0,0-1 0,0 0 0,1 3 0,2-1 0,-2-1 0,1 1 0,-1 2 0,0-3 0,1 0 0,0 1 0,0-1 0,-1 0 0,1 0 0,1 0 0,-1 0 0,1-1 0,0 2 0,0-2 0,1 4 0,-1-2 0,0 0 0,1-1 0,1 1 0,0 0 0,1 2 0,2-1 0,-2-1 0,3 1 0,-2 0 0,2-1 0,0 0 0,0 0 0,1 1 0,0-1 0,0 1 0,0 1 0,0 0 0,0 0 0,0 0 0,2 2 0,1-1 0,1 2 0,0-1 0,0 1 0,2 0 0,0 2 0,1-2 0,1 2 0,0 0 0,-1-1 0,0 4 0,0-1 0,0 1 0,3 0 0,0-1 0,-2 2 0,2 1 0,-2 2 0,5-1 0,0 1 0,1 1 0,2 2 0,-3-1 0,-1 1 0,0 1 0,0 1 0,1-1 0,-1 0 0,2-1 0,0 0 0,-2 0 0,3 2 0,-1-1 0,0 1 0,2 0 0,-3 0 0,1 0 0,-1 1 0,1 0 0,0 0 0,0 0 0,-1 0 0,-1 0 0,0 0 0,1 0 0,0 0 0,0 0 0,1 0 0,-1 0 0,3 1 0,-2 0 0,2 1 0,-1 3 0,1-1 0,0 0 0,0 1 0,-1-1 0,2 0 0,-1-1 0,-1 2 0,1-1 0,-2 0 0,2 1 0,-3-1 0,1 0 0,-1 0 0,0 1 0,-1-1 0,0-1 0,1 2 0,0-1 0,1 0 0,0 1 0,-1 1 0,1-1 0,0 0 0,-1 0 0,1-1 0,1 0 0,-2 0 0,3 0 0,-3 0 0,3-1 0,-2-1 0,2-1 0,-3 0 0,1 0 0,-1 0 0,0-1 0,-2 0 0,0 0 0,0 2 0,2-1 0,-2 0 0,0-1 0,-1 0 0,1 0 0,1 0 0,3 0 0,1 0 0,-1 0 0,-3 0 0,1 0 0,0 0 0,-1 0 0,0-1 0,5-3 0,0 0 0,-2-1 0,-4 2 0,1 0 0,0 0 0,1-1 0,0 1 0,-1 0 0,1-1 0,0-1 0,3-1 0,1 0 0,3-3 0,0-1 0,-4 5 0,2-4 0,-2 5 0,-1-1 0,-3 0 0,1 1 0,2-1 0,1-1 0,0 1 0,-2 1 0,-2 0 0,0 2 0,0-1 0,1-1 0,-1 0 0,0 1 0,1 0 0,-1 0 0,4-1 0,-1-1 0,0 3 0,-2-1 0,0 1 0,-1-3 0,1 3 0,0-2 0,0 2 0,0-3 0,1 3 0,1-2 0,1 3 0,1-3 0,0 2 0,-1 0 0,1-1 0,0 2 0,0-2 0,0 2 0,-1-2 0,1 0 0,-1 1 0,2-2 0,-3 4 0,1-4 0,0 3 0,-2-2 0,2 2 0,-1-2 0,2 2 0,-1-2 0,1 1 0,1 1 0,0-1 0,3 2 0,-1-2 0,-1 1 0,2 1 0,-2-1 0,0 1 0,1-2 0,-2 2 0,-1 0 0,0 0 0,-1 0 0,1 0 0,-2 0 0,1 0 0,-2 0 0,1 0 0,0 0 0,0 0 0,-1 0 0,2 0 0,-3 0 0,3 0 0,0 0 0,-2 0 0,1 0 0,-1 2 0,-1-1 0,1 1 0,-1 1 0,0 1 0,-2 0 0,0 1 0,0-1 0,5 2 0,0 0 0,0 1 0,-2-1 0,-3-2 0,-1 0 0,1 0 0,-1 1 0,4 2 0,0-1 0,4 5 0,-3-4 0,0 1 0,-4-1 0,-2 0 0,2 0 0,1-1 0,3 5 0,0-2 0,-1 1 0,-2-4 0,-3 3 0,3-2 0,-3 1 0,0 0 0,1 1 0,-2-1 0,0 0 0,1 0 0,1 4 0,-1-1 0,2 3 0,-3-3 0,1 0 0,-3-2 0,1-1 0,-1 1 0,-1 1 0,2-1 0,-1 6 0,3-2 0,-1 2 0,-2-4 0,-1 1 0,2 0 0,-1 0 0,0 0 0,2 1 0,-2 1 0,1 0 0,0 0 0,0 0 0,0 0 0,-2 1 0,3-1 0,-1 0 0,-1 0 0,2 4 0,-2 0 0,-1-1 0,-1-4 0,0 0 0,1-1 0,-1 1 0,0 1 0,0 1 0,-1 0 0,0 1 0,-2-1 0,0 2 0,-1 1 0,0 0 0,0 1 0,0-3 0,0 1 0,0 0 0,0 1 0,0 0 0,0 0 0,-1-1 0,-3 0 0,-2 0 0,-1 1 0,2 1 0,-4 0 0,1 1 0,-1 0 0,-2 1 0,2-1 0,-2 0 0,1 0 0,-2 0 0,1-1 0,0 2 0,0-2 0,0 0 0,-2 1 0,0-2 0,1 2 0,-1-2 0,-1 1 0,-2 0 0,-3 3 0,1-5 0,-3 4 0,5-6 0,-4 4 0,2-3 0,-5 1 0,1 0 0,0 0 0,0-1 0,1 1 0,-3 2 0,3-4 0,-2 2 0,3-3 0,-4 4 0,1-1 0,-1-1 0,-1 0 0,0 0 0,2-3 0,1 1 0,1-2 0,-3 2 0,1 1 0,-1-1 0,1-1 0,1-2 0,0 1 0,-4 0 0,0 0 0,2 0 0,0-1 0,1-3 0,-3 3 0,1-3 0,0 1 0,-1 0 0,2 1 0,0 0 0,0-2 0,2 1 0,-1 1 0,1-1 0,0 1 0,-3-2 0,1 1 0,-3 1 0,5-3 0,-2 2 0,3-2 0,-3 2 0,2-2 0,-1 0 0,2 0 0,0-1 0,2 1 0,-1-2 0,2 0 0,-2 1 0,1 0 0,0 0 0,-2 0 0,2-1 0,-2 0 0,2 0 0,-2 0 0,1-1 0,1 1 0,-1 0 0,0 1 0,2-1 0,0-1 0,1 0 0,0 1 0,1-1 0,0 0 0,0 1 0,2-1 0,0-1 0,0 2 0,1-1 0,-1 0 0,1-1 0,0 0 0,2-2 0,0 2 0,-1-2 0,0 3 0,-3-2 0,-1 3 0,2-3 0,3 1 0,2-2 0,-5 3 0,1-2 0,2 2 0,-3 0 0,1 0 0,-2 1 0,-1-1 0,2 1 0,-1 1 0,5-3 0,-3 2 0,3-4 0,-1 4 0,-2-1 0,0 0 0,3 1 0,-1-1 0,3 0 0,-3 2 0,3-2 0,-2 2 0,1-1 0,1-1 0,-1 0 0,3 0 0,-3 1 0,5-1 0,-4 0 0,2 1 0,-1-1 0,-1 2 0,4-2 0,-5 0 0,3 0 0,-1-2 0,1 3 0,0-1 0,1-1 0,-1 0 0,0 1 0,2 1 0,-2 1 0,2-2 0,-1 0 0,1 0 0,2 1 0,-2-1 0,2 0 0,-3 0 0,4 2 0,-4 1 0,5-1 0,-4 0 0,4-1 0,-4 1 0,4 0 0,-4 3 0,4-3 0,-2 2 0,0 0 0,1 2 0,0 0 0,-1-2 0,1 0 0,-2 1 0,2-1 0,-3 1 0,3-1 0,-2 3 0,2-3 0,-1 2 0,2-1 0,0 0 0,0-2 0,0 2 0,0 1 0,0-1 0,0 2 0,0-2 0,0 1 0,0 2 0,0-1 0,0 2 0,0 1 0,0 2 0,0-1 0,0 2 0,0-1 0,1 1 0,0-2 0,2-2 0,1 1 0,0-1 0,1 2 0,-1-1 0,2 1 0,-2-1 0,5 3 0,-3 1 0,1-2 0,1-1 0,0 3 0,-1-2 0,0 1 0,0-2 0,1-5 0,-3 1 0,0-2 0,2 0 0,1 5 0,3-1 0,2 4 0,-3-1 0,0-3 0,0 0 0,-1-3 0,-2-1 0,5 3 0,-4-1 0,3 4 0,1-3 0,0 3 0,-2-3 0,0-1 0,-3-1 0,0-1 0,-2-1 0,5 4 0,0 2 0,0-2 0,-1-1 0,1 0 0,-3-1 0,3 0 0,-1-1 0,1-2 0,-1 2 0,1-1 0,0 1 0,2-1 0,-1-2 0,0 2 0,0-3 0,0 3 0,5 0 0,-1 0 0,0-1 0,-2-3 0,-1 1 0,1 0 0,0 0 0,-1 0 0,3 2 0,1-1 0,-1 0 0,1-1 0,-1 1 0,-1-1 0,-2-1 0,-1 0 0,1-1 0,0 1 0,-1-2 0,0 1 0,1-1 0,1 0 0,0 1 0,-1 0 0,0 0 0,1-1 0,1 0 0,0 0 0,0 0 0,-1 1 0,-1-2 0,1-1 0,0 2 0,-1-1 0,0 0 0,1 0 0,0 0 0,3-1 0,-1 0 0,-1 0 0,-3 0 0,0 0 0,2 0 0,2 0 0,0 0 0,1 0 0,-1 0 0,1 0 0,-1-2 0,1-1 0,-1-1 0,-1 0 0,-3-1 0,0 4 0,3-4 0,0 0 0,-2 0 0,3-1 0,-3-1 0,4-1 0,-5-1 0,0 2 0,-1-4 0,2 1 0,0-1 0,-1 1 0,0-1 0,-3-1 0,3-2 0,0 2 0,-4 2 0,1-1 0,1-4 0,2-1 0,0 0 0,-3 2 0,3 0 0,-3 0 0,1 1 0,1-2 0,0 1 0,-1-1 0,-1 0 0,2 2 0,-1-2 0,0 2 0,1 0 0,-1-2 0,-2 1 0,0-2 0,0 3 0,1-4 0,-1 3 0,0-3 0,-1 0 0,1 0 0,-2 1 0,0-1 0,1 0 0,-3 0 0,1 2 0,1 0 0,-1-1 0,0 1 0,0-1 0,1 2 0,-3 0 0,1 0 0,-2 1 0,2-1 0,-1 0 0,0 2 0,-1-2 0,1 0 0,0-1 0,-1 1 0,0 0 0,-1 0 0,0 0 0,2 0 0,0-1 0,-2 4 0,0-3 0,0 3 0,0-1 0,0 1 0,0-4 0,0 1 0,0-5 0,0 2 0,0-1 0,0 6 0,0-5 0,0 6 0,0-6 0,0 0 0,0 2 0,0-1 0,0 1 0,0-2 0,1 2 0,0 1 0,0 3 0,1-1 0,-2 4 0,0-2 0,1 2 0,0-4 0,1 1 0,0 1 0,-1-3 0,2 3 0,-2-3 0,2 1 0,0-1 0,-1 2 0,2-1 0,-2 2 0,2-5 0,-2 2 0,3-1 0,-1 1 0,0 0 0,2 0 0,-1 1 0,1-2 0,-4 4 0,6-3 0,-4 4 0,3-2 0,1-1 0,-2 4 0,3-4 0,0 2 0,-2 0 0,2 1 0,-1 5 0,3-4 0,-1 5 0,2-4 0,-4 4 0,7-4 0,-4 3 0,6-2 0,0 2 0,0 1 0,1-2 0,0 1 0,-3 0 0,2 0 0,-3-1 0,2 1 0,-2 1 0,-3 0 0,-1 2 0,1 0 0,-1 0 0,1-1 0,0 0 0,4 1 0,1 0 0,1 0 0,-4 1 0,2 0 0,-2 0 0,1 0 0,-1 0 0,1 0 0,-1 0 0,0 0 0,0 0 0,2 0 0,-1 0 0,-2 0 0,0 0 0,-1 0 0,0 0 0,2 1 0,1 2 0,-1-1 0,1 4 0,-2-2 0,4 3 0,-5-1 0,-2 0 0,-2-1 0,5 4 0,-3-3 0,5 7 0,-3-4 0,0 4 0,-3-3 0,2 0 0,-3 0 0,2 0 0,-2-2 0,-2 0 0,3 2 0,-1 0 0,-1-1 0,2 3 0,-1-1 0,1 4 0,2-2 0,-2 3 0,3-2 0,-4-2 0,2 0 0,-1 0 0,1 2 0,-2-2 0,3 0 0,-3 2 0,4 2 0,-3-1 0,2 2 0,-2-3 0,1 2 0,1 0 0,-3-3 0,0-4 0,-2 2 0,6 4 0,-4-1 0,4 3 0,-1-2 0,-2-1 0,0-6 0,1 6 0,-2-7 0,0 0 0,0 0 0,0 1 0,0-3 0,3 4 0,-1-1 0,-1 0 0,4 0 0,-2-1 0,4 1 0,-2 0 0,3 0 0,-2-1 0,1-2 0,-3-1 0,1-1 0,-3 0 0,3 1 0,-3 0 0,1-2 0,1 2 0,-3-2 0,2 1 0,1 0 0,-2 0 0,1-1 0,-2 2 0,1-4 0,-1 2 0,1-2 0,-2 0 0,-4 2 0,1-1 0,1 8 0,1 0 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19-09-17T16:44:10.086"/>
    </inkml:context>
    <inkml:brush xml:id="br0">
      <inkml:brushProperty name="width" value="0.2" units="cm"/>
      <inkml:brushProperty name="height" value="0.2" units="cm"/>
    </inkml:brush>
  </inkml:definitions>
  <inkml:trace contextRef="#ctx0" brushRef="#br0">0 1 24575,'0'0'0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19-09-19T14:24:56.398"/>
    </inkml:context>
    <inkml:brush xml:id="br0">
      <inkml:brushProperty name="width" value="0.21167" units="cm"/>
      <inkml:brushProperty name="height" value="0.21167" units="cm"/>
    </inkml:brush>
  </inkml:definitions>
  <inkml:trace contextRef="#ctx0" brushRef="#br0">2079 4086 8027,'42'-41'0,"-13"12"0,-13 12 0,-7 6 0,0-1 0,1 0 0,0 0 0,1 0 0,-1-1 0,1 1 0,-1-1 0,1 1 0,0-2 0,1 1 0,0-2 0,0 0 0,-1 1 0,0-3 0,1-2 0,2-2 0,-1-3 0,0 1 0,-3 2 0,-1 3 0,0-3 0,-1 3 0,1-4 0,-2 0 0,0-2 0,-2 0 0,1-1 0,-1-1 0,1 1 0,0-1 0,-2 0 0,1 0 0,-1-1 0,0-1 0,0 0 0,-1 0 0,1 1 0,-1 0 0,0 1 0,0-1 0,-1 1 0,-1-1 0,-1 1 0,0-1 0,0 1 0,0 3 0,0 0 0,0 1 0,0-1 0,-1 0 0,-2-5 0,-3 7 0,1 0 0,0 2 0,-1 1 0,0-2 0,-1-1 0,1 5 0,-2-1 0,-1 1 0,-2 0 0,-2 1 0,0 0 0,-1 0 0,0 1 0,-1 3 0,-2-3 0,-1 1 0,-1-1 0,0 0 0,1 0 0,0 3 0,0-2 0,2 3 0,-5-4 0,2 4 0,-4-1 0,-1 1 0,0 1 0,0 0 0,-2 0 0,0 1 0,0 0 0,1 1 0,0 1 0,0 0 0,-1-1 0,1 1 0,-2-1 0,0 0 0,-1 0 0,0 0 0,1 1 0,-1-1 0,1 0 0,0 0 0,-1-1 0,-1 1 0,0-2 0,-1 2 0,1-1 0,2 0 0,-1 0 0,2-1 0,-1 2 0,0-2 0,-1 2 0,-1-1 0,0 1 0,0-1 0,1 2 0,0-1 0,0 0 0,0 0 0,-1 0 0,0 1 0,-1 0 0,-1-1 0,1 0 0,0 0 0,1 0 0,0 0 0,0 0 0,-1 0 0,0-1 0,0 0 0,1 0 0,1 1 0,1-2 0,1 1 0,0-1 0,1-1 0,0 1 0,0 0 0,-1-1 0,0 1 0,1-1 0,4 1 0,-2-2 0,1 2 0,3 1 0,-2-2 0,2 1 0,-1 0 0,-1-2 0,3 2 0,1-1 0,-3-1 0,4 1 0,-3-2 0,3 0 0,-3-3 0,6 1 0,-1-1 0,2-2 0,-1 0 0,1 0 0,1 2 0,1-3 0,0 0 0,2 1 0,0-3 0,0 3 0,2-1 0,-1-1 0,0 0 0,1-1 0,-1 1 0,1-1 0,-1 0 0,2 3 0,0 0 0,0-2 0,0 2 0,0 0 0,1-1 0,-1-2 0,2 3 0,0-4 0,1 5 0,-2-3 0,2 1 0,0-2 0,0-4 0,1 1 0,-1-3 0,2 0 0,0 5 0,0-1 0,0 1 0,0 0 0,0 1 0,0 2 0,0-2 0,0 0 0,0-1 0,0 2 0,1 0 0,2 0 0,-1 0 0,1 1 0,1 0 0,-1 3 0,0-1 0,1-2 0,0 2 0,1 0 0,0 0 0,2 0 0,-1 2 0,0-1 0,0 2 0,1-1 0,-1 2 0,0-1 0,0 0 0,1-1 0,0 1 0,0 0 0,2 0 0,-1 0 0,1 0 0,0 0 0,1 0 0,0 0 0,0 2 0,2 0 0,0 1 0,2-1 0,1 2 0,0-1 0,-1 2 0,2 1 0,-3 0 0,4 1 0,-1-1 0,0 0 0,0 0 0,2 1 0,0 0 0,2-1 0,-2 2 0,3-1 0,1 1 0,-1-1 0,2 1 0,-2 0 0,2 1 0,-2 1 0,4-1 0,-1 0 0,-2 2 0,3 0 0,-2 1 0,2 0 0,0 1 0,0 0 0,0 0 0,-2 0 0,1 0 0,0 0 0,0 1 0,0 1 0,-1 1 0,2 0 0,0 0 0,0 2 0,0-1 0,-3 0 0,0 0 0,2 1 0,3 1 0,-1 0 0,-3-1 0,1 2 0,0 0 0,0-1 0,0 1 0,2 0 0,-5 1 0,5 2 0,-2-1 0,-1 2 0,0 0 0,-1 1 0,1 1 0,-1-1 0,2 0 0,-1 1 0,0 0 0,-1 1 0,-2 0 0,0 0 0,-1 1 0,-2-1 0,1 1 0,-1 1 0,0 1 0,-1 1 0,0 0 0,1 2 0,-1 0 0,-1 1 0,0-2 0,-3-2 0,3 2 0,-5-2 0,5 5 0,-4-2 0,3 6 0,-2-2 0,-3-2 0,-2-1 0,-1-2 0,1 2 0,-1 1 0,-1-2 0,2 1 0,-1-2 0,0 5 0,-2-8 0,1 7 0,1-3 0,0 4 0,0-1 0,-1-5 0,-1 1 0,1-2 0,0 3 0,1-1 0,-1 0 0,1-1 0,-1 1 0,1-1 0,0-1 0,0 0 0,-1 0 0,1 0 0,-1-1 0,0 0 0,0 0 0,0-1 0,0-1 0,1 1 0,-2-2 0,1-1 0,-1 0 0,1 0 0,-1 1 0,1-1 0,-1 0 0,0 0 0,0-1 0,-1 1 0,0 0 0,0 0 0,0-1 0,2-1 0,-1 2 0,0-1 0,0 4 0,0-4 0,1 4 0,-1-4 0,-1-3 0,2 8 0,-2-6 0,1 4 0,0 0 0,0-2 0,1 2 0,-2-1 0,2 0 0,-1 0 0,1 1 0,0-2 0,1 1 0,-3 1 0,3-1 0,-2 0 0,2 0 0,-2-1 0,3-1 0,0 3 0,-3-6 0,4 6 0,-4-6 0,4 3 0,-2-2 0,0 0 0,0 1 0,2-1 0,0 0 0,0 1 0,0 0 0,-1 0 0,0 2 0,0-1 0,1 2 0,-2-2 0,2 1 0,-1-1 0,1 1 0,-1-3 0,-1 2 0,2-4 0,0 5 0,0-2 0,1 0 0,-1 0 0,0-1 0,0 0 0,-1 1 0,2-1 0,-1-1 0,1 1 0,1-1 0,0 1 0,1-1 0,0 0 0,3-2 0,-3 2 0,3-2 0,0 2 0,-1-3 0,2 1 0,-2-3 0,0 1 0,-3-2 0,1 1 0,-3-1 0,1 1 0,0-1 0,1 0 0,-1-1 0,-1 2 0,1-3 0,-2 1 0,0-1 0,-1 0 0,1 0 0,-1 0 0,0 0 0,0 0 0,-1 0 0,0-3 0,-1 1 0,1-3 0,1 1 0,-1-2 0,-1 1 0,1-1 0,-2 0 0,2 0 0,-1-2 0,1 0 0,0-1 0,1-2 0,-1 1 0,1-2 0,0 3 0,-1-3 0,1 0 0,-1 0 0,1 0 0,0-2 0,0 1 0,-1-2 0,-2 3 0,2-3 0,-3 3 0,2-4 0,-2 2 0,-1-1 0,-1 2 0,0-1 0,0 2 0,0-1 0,0 1 0,0-2 0,0 0 0,0-2 0,0 1 0,0-2 0,-2 1 0,-1-4 0,-1 2 0,1-2 0,-2 2 0,0 0 0,1 4 0,-2-1 0,1 3 0,-1-4 0,-1 2 0,1-1 0,-1 2 0,0-2 0,-2 0 0,3 0 0,-3-1 0,2-1 0,-2 2 0,1-2 0,0 1 0,-1-1 0,1 1 0,-1-1 0,-1 0 0,1 0 0,1 2 0,1 2 0,1 2 0,1-1 0,0 1 0,-1-1 0,0 1 0,1-1 0,-1 0 0,1 0 0,-2-1 0,-1 1 0,1 0 0,1 1 0,-1 0 0,0-2 0,0 2 0,-1-1 0,1 1 0,-3-5 0,1 1 0,0 0 0,0 2 0,2 1 0,0-2 0,1 0 0,-1 0 0,1-1 0,-1 0 0,0-1 0,0 1 0,0-1 0,1 0 0,0 1 0,0-1 0,0 1 0,0-1 0,1 0 0,-1 0 0,1-3 0,-2-2 0,3 3 0,0-1 0,-1 2 0,1-2 0,0 4 0,0-2 0,0-2 0,0 2 0,0-1 0,0-2 0,0 0 0,0-1 0,0 3 0,1 0 0,0 1 0,1-3 0,0 0 0,0 2 0,0 0 0,0 1 0,1-2 0,-1 1 0,1 1 0,1-1 0,-1-2 0,1 3 0,0-1 0,0 2 0,0-2 0,0 0 0,0 2 0,0-1 0,1-2 0,1 0 0,0 1 0,0 5 0,0 1 0,1 0 0,0-1 0,2-3 0,-1-2 0,3-2 0,-2 2 0,0 0 0,0 2 0,3-2 0,0-1 0,1 2 0,2 0 0,0 1 0,1 2 0,1-1 0,-1 2 0,-1 1 0,-1 2 0,0 0 0,-1 1 0,0 0 0,2-1 0,-1-1 0,4-2 0,0-1 0,-2 2 0,1 1 0,-2 0 0,0 2 0,-2 2 0,1-2 0,-3 3 0,4-2 0,-1-1 0,2 2 0,-1 0 0,2 1 0,-1 1 0,0-1 0,2 2 0,-1 0 0,2 1 0,-1 0 0,1 0 0,0 1 0,-1 0 0,0 2 0,0 0 0,0 0 0,-1 0 0,3 0 0,-3 0 0,2 2 0,-2 0 0,-1 1 0,2 1 0,0 0 0,3 0 0,1-1 0,0 1 0,-2 0 0,-2-1 0,1 1 0,-1 0 0,5 2 0,-2 0 0,0 1 0,-2-1 0,0 0 0,-1 0 0,1 0 0,1 1 0,-3-3 0,3 2 0,0-1 0,3 1 0,2-1 0,-2-2 0,3 0 0,-3-1 0,0 0 0,-1-1 0,-2 0 0,1 0 0,-2 0 0,1 0 0,-1 0 0,2 0 0,1-1 0,0 0 0,1 0 0,0 0 0,-1 0 0,1 0 0,-2-1 0,-4-1 0,2-1 0,-5-2 0,3 2 0,0-2 0,-1 1 0,1-1 0,-1 0 0,2-1 0,-1 3 0,2-3 0,-1 3 0,3-3 0,-1 1 0,1 0 0,0-1 0,0 3 0,1-3 0,-2 2 0,0-1 0,0 1 0,-4 0 0,3 1 0,-2-1 0,4 3 0,0-2 0,2 1 0,0 0 0,-1 0 0,2 1 0,2 0 0,0 0 0,1 0 0,-1 0 0,-1 1 0,-1 0 0,0 0 0,-1 0 0,2 0 0,1 0 0,0 0 0,2 0 0,-5 0 0,4 0 0,-5 0 0,5 1 0,-2 1 0,-1 1 0,-2 2 0,1-2 0,-1 3 0,-1-2 0,-3 0 0,-3-1 0,1 0 0,4 0 0,2 0 0,-1 0 0,-3 1 0,-2-1 0,1 0 0,-1 0 0,5 1 0,-1 1 0,3 0 0,-3 0 0,-5-2 0,-1 0 0,2 0 0,-1 0 0,2 0 0,-1 1 0,1-1 0,-1 1 0,0 2 0,1-2 0,-1 1 0,1 1 0,-1-2 0,1 2 0,-2-1 0,1 1 0,-2-1 0,4 3 0,1 1 0,2 3 0,2 1 0,-4-1 0,-1-1 0,-1-2 0,-1 3 0,2 0 0,1 3 0,0-2 0,-3-1 0,-2-3 0,-2 2 0,0-1 0,0 2 0,2 2 0,0 2 0,0-1 0,-2 1 0,2-1 0,-2 2 0,-1-2 0,-1-1 0,1 2 0,-1-3 0,-1-1 0,0 1 0,-1 1 0,0-1 0,-1 1 0,0 1 0,0 0 0,0 2 0,1 0 0,-1-1 0,0 0 0,-1-1 0,-1 1 0,-1-1 0,1 0 0,0 0 0,0-1 0,-1 2 0,0 1 0,0-1 0,0 1 0,0 0 0,0 1 0,0-1 0,-1 1 0,-1 0 0,-3-2 0,2 2 0,-3-2 0,2 1 0,-1-1 0,0 1 0,-1-1 0,-1 2 0,0-1 0,-4 4 0,1-1 0,-1 0 0,1-3 0,0-2 0,1 1 0,-1-2 0,-1 1 0,-1 0 0,0-1 0,-2 4 0,1-4 0,-3 4 0,2-1 0,2-4 0,1 0 0,1 0 0,0 0 0,-2 0 0,2-1 0,0 1 0,-1-1 0,-1-1 0,1 1 0,-1-2 0,-3 2 0,0 0 0,-3 2 0,1-2 0,3-2 0,1 0 0,-1-1 0,1 0 0,0 1 0,1 0 0,1 0 0,-1 1 0,0 0 0,0-2 0,0 2 0,-1-1 0,1 1 0,-2-1 0,1-1 0,-2 1 0,0-1 0,0 0 0,0 0 0,-1-1 0,1 0 0,0 0 0,1 0 0,0-1 0,0 0 0,1 2 0,1-2 0,-1 0 0,2-1 0,-2 1 0,1 0 0,-1 0 0,1 0 0,-1 0 0,1-1 0,-2 0 0,1 0 0,0-1 0,0 1 0,1-1 0,-1 0 0,1 0 0,0-1 0,1 2 0,0-3 0,-5 5 0,0-3 0,-1 3 0,-1 0 0,5-2 0,-1-2 0,3 1 0,2-2 0,-10 3 0,4-2 0,-2 2 0,1-2 0,2 0 0,-1 0 0,2 1 0,1-2 0,2 0 0,-6 0 0,1 1 0,-5 0 0,1 2 0,2-1 0,-3-1 0,3 2 0,-3-2 0,4 0 0,2-1 0,-2 0 0,1 2 0,-5-2 0,1 2 0,5-2 0,-3 0 0,5 2 0,-4-2 0,2 3 0,0-3 0,1 2 0,1-1 0,-3 1 0,0 0 0,-2 1 0,0-1 0,0 1 0,0 0 0,-1-1 0,2 1 0,-1-1 0,1 0 0,2 1 0,0-2 0,2 3 0,-1-1 0,-1 1 0,2 0 0,-1 1 0,1-2 0,2 0 0,-2-1 0,3 1 0,-3-3 0,2 2 0,-1-2 0,3 0 0,1 0 0,0 0 0,0 0 0,0 0 0,0 2 0,2-3 0,-1 2 0,1-2 0,-1 1 0,0 0 0,1-1 0,-1 2 0,2-2 0,-2 3 0,2-2 0,-3 0 0,3 0 0,-2 0 0,1 0 0,-1 0 0,2 0 0,0 0 0,2 1 0,-2-3 0,0 2 0,0-1 0,1 1 0,0 0 0,0 0 0,1 0 0,-2 0 0,2 2 0,-2-2 0,2 0 0,0 0 0,-1 0 0,1 1 0,-2 2 0,3-3 0,-3 3 0,1-1 0,0 1 0,-2 0 0,1 0 0,0 1 0,0-1 0,1 0 0,-2 0 0,2 1 0,-2-1 0,2 0 0,-1 2 0,0-2 0,0 0 0,0 0 0,1-2 0,0 2 0,0-3 0,0 3 0,0-1 0,0 0 0,0-1 0,1-1 0,-1-1 0,1 1 0,-1 0 0,2 0 0,-2 0 0,2 2 0,-1-5 0,1 6 0,-1-4 0,1 2 0,-2-1 0,3 1 0,-3-1 0,3 0 0,-1 0 0,1 1 0,-2-2 0,2 3 0,-1-2 0,1 0 0,0 2 0,0-2 0,-2 1 0,2 0 0,-3 0 0,3-1 0,-2 0 0,2 1 0,0 0 0,0 0 0,0 1 0,0-1 0,0 0 0,0 1 0,0-2 0,0 2 0,0-1 0,0 1 0,0 3 0,0-2 0,0 2 0,0-2 0,0 0 0,0-1 0,0 1 0,0-2 0,0 1 0,0-1 0,0 0 0,2-1 0,-2 2 0,1-2 0,1 2 0,-1-1 0,1 0 0,0 2 0,-1-1 0,1-1 0,1 4 0,-1-5 0,-1 3 0,0 0 0,1-1 0,1 3 0,-1-2 0,1 0 0,-2 2 0,3-1 0,-1 2 0,0-1 0,0 0 0,-1 1 0,0 0 0,0 1 0,1 0 0,0 1 0,0-1 0,2 2 0,-2-1 0,2 1 0,-3-3 0,0 2 0,1-4 0,1 4 0,0-2 0,1 0 0,-2 1 0,3-1 0,-2 2 0,2-2 0,-3 2 0,3-2 0,-1 2 0,1-1 0,0 2 0,0-2 0,1 2 0,-1-1 0,0 3 0,2-2 0,1 2 0,1-1 0,-1-4 0,0 3 0,0-2 0,2 2 0,0 1 0,2-2 0,-2-1 0,2 0 0,0-1 0,1 0 0,-1 1 0,-2-2 0,1 1 0,-3-3 0,4 2 0,-4 1 0,3-2 0,-1 3 0,2-2 0,-1 1 0,1 1 0,1-1 0,-4-1 0,5 1 0,-3 0 0,7 2 0,-4 1 0,4 0 0,-2-3 0,2 2 0,-2-2 0,1 2 0,-2-1 0,1 2 0,-1-2 0,2 2 0,-1-3 0,1 0 0,-4-1 0,-2-2 0,-1 1 0,1 0 0,1 1 0,-1-2 0,1 1 0,-1-1 0,1 0 0,-1 0 0,3 3 0,0 0 0,-1 0 0,-4-2 0,0 0 0,4 1 0,0 0 0,-1 1 0,-2-3 0,1 0 0,3 2 0,1 1 0,0-2 0,-2-2 0,0 0 0,-1 2 0,0-2 0,0 0 0,0-1 0,0 1 0,-1-1 0,1 2 0,-1-2 0,1 1 0,-2-1 0,0 0 0,1-1 0,0 1 0,1 0 0,-1 0 0,1 0 0,0-1 0,0 0 0,1 0 0,-1 0 0,0-1 0,0 1 0,6-2 0,1 1 0,-3 0 0,3-1 0,-4-1 0,2 2 0,1-2 0,-2 0 0,2 0 0,-3 0 0,2 0 0,-1 0 0,2-3 0,-1 1 0,0-4 0,0 3 0,-3-3 0,1 1 0,-2-1 0,0 0 0,2-2 0,-1 1 0,2-2 0,-1 1 0,-1 2 0,-2 0 0,1 0 0,-1-2 0,2 1 0,-1-1 0,0 1 0,1-2 0,-1-1 0,0 1 0,0-3 0,0 2 0,0-2 0,-1 1 0,0 0 0,0-1 0,1 0 0,-1 1 0,1 0 0,-1 1 0,2-2 0,-2 2 0,2-2 0,-1 2 0,0-1 0,1-1 0,-1 0 0,-1-2 0,0 1 0,-1-2 0,-1 0 0,1 1 0,-2-1 0,1 0 0,-2 0 0,0 1 0,1 0 0,-1 1 0,0-1 0,1 0 0,-1 0 0,2-3 0,-3 5 0,4-8 0,-3 5 0,1 0 0,0-1 0,-1 0 0,1 0 0,0 0 0,0 0 0,0 0 0,-2 1 0,0-1 0,0 1 0,1-1 0,0 1 0,-1-2 0,-1 3 0,0-2 0,-1-1 0,1 1 0,0-2 0,-1 2 0,-1-2 0,0 1 0,1 1 0,0 2 0,0-1 0,-1 1 0,1 0 0,-1 0 0,0 0 0,0 1 0,0 0 0,1-2 0,0 2 0,0 0 0,-1-1 0,1 1 0,0 1 0,1 0 0,-1 0 0,2-1 0,-1 2 0,4-5 0,-2 5 0,3-2 0,-1 1 0,1 2 0,-1 1 0,2 0 0,-2 1 0,1 0 0,1-1 0,-1 1 0,0 0 0,-1 1 0,2 0 0,-4 1 0,2 0 0,-2 1 0,1-1 0,0 3 0,2-1 0,-3 0 0,1 1 0,0 0 0,1-2 0,1 2 0,2-3 0,-1 1 0,2-1 0,-2 0 0,2-2 0,-3 2 0,1-3 0,-2 1 0,0 0 0,0-1 0,-2 1 0,1 0 0,-1-1 0,2 2 0,-2-2 0,3 1 0,-1-1 0,2 0 0,-3 2 0,1-3 0,0 2 0,2-5 0,2-1 0,0-1 0,0-1 0,-1-4 0,0 3 0,-1-3 0,-1 1 0,-2 2 0,0 0 0,-3 0 0,0-1 0,-1 0 0,1-2 0,-1 1 0,-1 2 0,-2 2 0,-1 4 0,-1-2 0,0-4 0,-1 5 0,0-11 0,0 6 0,-1-4 0,-2 4 0,-2 2 0,-4 2 0,0 0 0,-1 1 0,1 2 0,-1 1 0,0 0 0,-1-1 0,-2 1 0,-2-2 0,-3 0 0,-1-2 0,0 2 0,3 3 0,0 1 0,1-2 0,0 3 0,0-2 0,0 2 0,2 0 0,-1-1 0,1 1 0,-2 0 0,0 0 0,-1 0 0,1 1 0,-1-1 0,-1 2 0,1 0 0,0 1 0,0-2 0,0 1 0,1 0 0,-1 1 0,2 0 0,0-2 0,2 2 0,-3-3 0,4 3 0,-7-3 0,4 1 0,-2-1 0,1-1 0,0 1 0,2-1 0,-1 0 0,2-1 0,0 1 0,0-1 0,3-1 0,-2-1 0,2 1 0,-2-2 0,1 2 0,0-4 0,0 4 0,0-3 0,0 0 0,3 3 0,-1 0 0,3 2 0,0 1 0,-4-7 0,2 3 0,0-4 0,1 2 0,-1-2 0,1-2 0,0-1 0,0-2 0,1 2 0,0-1 0,1 2 0,2-1 0,-3 1 0,5 2 0,-1-1 0,1 2 0,0-1 0,0-2 0,3 2 0,-1-1 0,3 4 0,-1 3 0,3-6 0,0 2 0,2-3 0,0-1 0,1 0 0,-1 1 0,2 1 0,0-2 0,1 2 0,2 0 0,-1 0 0,2 2 0,1-1 0,1 1 0,1-1 0,-1 2 0,0-2 0,-3 4 0,0 0 0,-3 0 0,0 1 0,-1 0 0,0 0 0,0-1 0,0 0 0,2 0 0,-1-1 0,0 2 0,1 0 0,2-2 0,-2 3 0,3-2 0,-1 3 0,1-3 0,1 3 0,-1-2 0,1 2 0,-2-1 0,1 1 0,0 0 0,-1 0 0,-1 0 0,1 0 0,0 1 0,-1 1 0,-1-1 0,1 1 0,-1-1 0,2 1 0,-1 0 0,1-1 0,-2 1 0,2 0 0,-1 1 0,0-1 0,-2-1 0,0 1 0,6 0 0,0-1 0,-2 0 0,-1 1 0,-2 0 0,-4 1 0,3 0 0,-1-1 0,1-1 0,-1 1 0,2-1 0,-2 1 0,2-2 0,1 0 0,0 0 0,0 0 0,2-2 0,0 1 0,-1 0 0,0 1 0,-3-1 0,1 1 0,-4 0 0,2 1 0,-3 1 0,2 0 0,-4 3 0,1-1 0,-1-2 0,-1-1 0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42285C3-E257-5246-8AB1-F9357EC0BAFF}" type="datetimeFigureOut">
              <a:rPr lang="en-US" smtClean="0"/>
              <a:t>9/19/19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-1874838" y="1143000"/>
            <a:ext cx="10607676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9F1744F-328C-BA41-8F0F-E2D4BC00C28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009013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656462" rtl="0" eaLnBrk="1" latinLnBrk="0" hangingPunct="1">
      <a:defRPr sz="862" kern="1200">
        <a:solidFill>
          <a:schemeClr val="tx1"/>
        </a:solidFill>
        <a:latin typeface="+mn-lt"/>
        <a:ea typeface="+mn-ea"/>
        <a:cs typeface="+mn-cs"/>
      </a:defRPr>
    </a:lvl1pPr>
    <a:lvl2pPr marL="328231" algn="l" defTabSz="656462" rtl="0" eaLnBrk="1" latinLnBrk="0" hangingPunct="1">
      <a:defRPr sz="862" kern="1200">
        <a:solidFill>
          <a:schemeClr val="tx1"/>
        </a:solidFill>
        <a:latin typeface="+mn-lt"/>
        <a:ea typeface="+mn-ea"/>
        <a:cs typeface="+mn-cs"/>
      </a:defRPr>
    </a:lvl2pPr>
    <a:lvl3pPr marL="656462" algn="l" defTabSz="656462" rtl="0" eaLnBrk="1" latinLnBrk="0" hangingPunct="1">
      <a:defRPr sz="862" kern="1200">
        <a:solidFill>
          <a:schemeClr val="tx1"/>
        </a:solidFill>
        <a:latin typeface="+mn-lt"/>
        <a:ea typeface="+mn-ea"/>
        <a:cs typeface="+mn-cs"/>
      </a:defRPr>
    </a:lvl3pPr>
    <a:lvl4pPr marL="984692" algn="l" defTabSz="656462" rtl="0" eaLnBrk="1" latinLnBrk="0" hangingPunct="1">
      <a:defRPr sz="862" kern="1200">
        <a:solidFill>
          <a:schemeClr val="tx1"/>
        </a:solidFill>
        <a:latin typeface="+mn-lt"/>
        <a:ea typeface="+mn-ea"/>
        <a:cs typeface="+mn-cs"/>
      </a:defRPr>
    </a:lvl4pPr>
    <a:lvl5pPr marL="1312923" algn="l" defTabSz="656462" rtl="0" eaLnBrk="1" latinLnBrk="0" hangingPunct="1">
      <a:defRPr sz="862" kern="1200">
        <a:solidFill>
          <a:schemeClr val="tx1"/>
        </a:solidFill>
        <a:latin typeface="+mn-lt"/>
        <a:ea typeface="+mn-ea"/>
        <a:cs typeface="+mn-cs"/>
      </a:defRPr>
    </a:lvl5pPr>
    <a:lvl6pPr marL="1641153" algn="l" defTabSz="656462" rtl="0" eaLnBrk="1" latinLnBrk="0" hangingPunct="1">
      <a:defRPr sz="862" kern="1200">
        <a:solidFill>
          <a:schemeClr val="tx1"/>
        </a:solidFill>
        <a:latin typeface="+mn-lt"/>
        <a:ea typeface="+mn-ea"/>
        <a:cs typeface="+mn-cs"/>
      </a:defRPr>
    </a:lvl6pPr>
    <a:lvl7pPr marL="1969384" algn="l" defTabSz="656462" rtl="0" eaLnBrk="1" latinLnBrk="0" hangingPunct="1">
      <a:defRPr sz="862" kern="1200">
        <a:solidFill>
          <a:schemeClr val="tx1"/>
        </a:solidFill>
        <a:latin typeface="+mn-lt"/>
        <a:ea typeface="+mn-ea"/>
        <a:cs typeface="+mn-cs"/>
      </a:defRPr>
    </a:lvl7pPr>
    <a:lvl8pPr marL="2297616" algn="l" defTabSz="656462" rtl="0" eaLnBrk="1" latinLnBrk="0" hangingPunct="1">
      <a:defRPr sz="862" kern="1200">
        <a:solidFill>
          <a:schemeClr val="tx1"/>
        </a:solidFill>
        <a:latin typeface="+mn-lt"/>
        <a:ea typeface="+mn-ea"/>
        <a:cs typeface="+mn-cs"/>
      </a:defRPr>
    </a:lvl8pPr>
    <a:lvl9pPr marL="2625846" algn="l" defTabSz="656462" rtl="0" eaLnBrk="1" latinLnBrk="0" hangingPunct="1">
      <a:defRPr sz="862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1874838" y="1143000"/>
            <a:ext cx="10607676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F1744F-328C-BA41-8F0F-E2D4BC00C289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616782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1874838" y="1143000"/>
            <a:ext cx="10607676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F1744F-328C-BA41-8F0F-E2D4BC00C289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470456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237456" y="471289"/>
            <a:ext cx="7424738" cy="1002571"/>
          </a:xfrm>
        </p:spPr>
        <p:txBody>
          <a:bodyPr anchor="b"/>
          <a:lstStyle>
            <a:lvl1pPr algn="ctr">
              <a:defRPr sz="2519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37456" y="1512522"/>
            <a:ext cx="7424738" cy="695267"/>
          </a:xfrm>
        </p:spPr>
        <p:txBody>
          <a:bodyPr/>
          <a:lstStyle>
            <a:lvl1pPr marL="0" indent="0" algn="ctr">
              <a:buNone/>
              <a:defRPr sz="1008"/>
            </a:lvl1pPr>
            <a:lvl2pPr marL="191978" indent="0" algn="ctr">
              <a:buNone/>
              <a:defRPr sz="840"/>
            </a:lvl2pPr>
            <a:lvl3pPr marL="383957" indent="0" algn="ctr">
              <a:buNone/>
              <a:defRPr sz="756"/>
            </a:lvl3pPr>
            <a:lvl4pPr marL="575935" indent="0" algn="ctr">
              <a:buNone/>
              <a:defRPr sz="672"/>
            </a:lvl4pPr>
            <a:lvl5pPr marL="767913" indent="0" algn="ctr">
              <a:buNone/>
              <a:defRPr sz="672"/>
            </a:lvl5pPr>
            <a:lvl6pPr marL="959891" indent="0" algn="ctr">
              <a:buNone/>
              <a:defRPr sz="672"/>
            </a:lvl6pPr>
            <a:lvl7pPr marL="1151870" indent="0" algn="ctr">
              <a:buNone/>
              <a:defRPr sz="672"/>
            </a:lvl7pPr>
            <a:lvl8pPr marL="1343848" indent="0" algn="ctr">
              <a:buNone/>
              <a:defRPr sz="672"/>
            </a:lvl8pPr>
            <a:lvl9pPr marL="1535826" indent="0" algn="ctr">
              <a:buNone/>
              <a:defRPr sz="672"/>
            </a:lvl9pPr>
          </a:lstStyle>
          <a:p>
            <a:r>
              <a:rPr lang="en-GB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94FCF3-F2F1-BB4C-82ED-E0D01773818E}" type="datetimeFigureOut">
              <a:rPr lang="en-US" smtClean="0"/>
              <a:t>9/19/19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06037-21B3-3842-B883-60659F511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152589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94FCF3-F2F1-BB4C-82ED-E0D01773818E}" type="datetimeFigureOut">
              <a:rPr lang="en-US" smtClean="0"/>
              <a:t>9/19/19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06037-21B3-3842-B883-60659F511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279142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5445" y="717932"/>
            <a:ext cx="8538448" cy="1197885"/>
          </a:xfrm>
        </p:spPr>
        <p:txBody>
          <a:bodyPr anchor="b"/>
          <a:lstStyle>
            <a:lvl1pPr>
              <a:defRPr sz="2519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445" y="1927150"/>
            <a:ext cx="8538448" cy="629940"/>
          </a:xfrm>
        </p:spPr>
        <p:txBody>
          <a:bodyPr/>
          <a:lstStyle>
            <a:lvl1pPr marL="0" indent="0">
              <a:buNone/>
              <a:defRPr sz="1008">
                <a:solidFill>
                  <a:schemeClr val="tx1">
                    <a:tint val="75000"/>
                  </a:schemeClr>
                </a:solidFill>
              </a:defRPr>
            </a:lvl1pPr>
            <a:lvl2pPr marL="191978" indent="0">
              <a:buNone/>
              <a:defRPr sz="840">
                <a:solidFill>
                  <a:schemeClr val="tx1">
                    <a:tint val="75000"/>
                  </a:schemeClr>
                </a:solidFill>
              </a:defRPr>
            </a:lvl2pPr>
            <a:lvl3pPr marL="383957" indent="0">
              <a:buNone/>
              <a:defRPr sz="756">
                <a:solidFill>
                  <a:schemeClr val="tx1">
                    <a:tint val="75000"/>
                  </a:schemeClr>
                </a:solidFill>
              </a:defRPr>
            </a:lvl3pPr>
            <a:lvl4pPr marL="575935" indent="0">
              <a:buNone/>
              <a:defRPr sz="672">
                <a:solidFill>
                  <a:schemeClr val="tx1">
                    <a:tint val="75000"/>
                  </a:schemeClr>
                </a:solidFill>
              </a:defRPr>
            </a:lvl4pPr>
            <a:lvl5pPr marL="767913" indent="0">
              <a:buNone/>
              <a:defRPr sz="672">
                <a:solidFill>
                  <a:schemeClr val="tx1">
                    <a:tint val="75000"/>
                  </a:schemeClr>
                </a:solidFill>
              </a:defRPr>
            </a:lvl5pPr>
            <a:lvl6pPr marL="959891" indent="0">
              <a:buNone/>
              <a:defRPr sz="672">
                <a:solidFill>
                  <a:schemeClr val="tx1">
                    <a:tint val="75000"/>
                  </a:schemeClr>
                </a:solidFill>
              </a:defRPr>
            </a:lvl6pPr>
            <a:lvl7pPr marL="1151870" indent="0">
              <a:buNone/>
              <a:defRPr sz="672">
                <a:solidFill>
                  <a:schemeClr val="tx1">
                    <a:tint val="75000"/>
                  </a:schemeClr>
                </a:solidFill>
              </a:defRPr>
            </a:lvl7pPr>
            <a:lvl8pPr marL="1343848" indent="0">
              <a:buNone/>
              <a:defRPr sz="672">
                <a:solidFill>
                  <a:schemeClr val="tx1">
                    <a:tint val="75000"/>
                  </a:schemeClr>
                </a:solidFill>
              </a:defRPr>
            </a:lvl8pPr>
            <a:lvl9pPr marL="1535826" indent="0">
              <a:buNone/>
              <a:defRPr sz="672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94FCF3-F2F1-BB4C-82ED-E0D01773818E}" type="datetimeFigureOut">
              <a:rPr lang="en-US" smtClean="0"/>
              <a:t>9/19/19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06037-21B3-3842-B883-60659F511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554935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0601" y="766593"/>
            <a:ext cx="4207351" cy="1827159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11698" y="766593"/>
            <a:ext cx="4207351" cy="1827159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94FCF3-F2F1-BB4C-82ED-E0D01773818E}" type="datetimeFigureOut">
              <a:rPr lang="en-US" smtClean="0"/>
              <a:t>9/19/19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06037-21B3-3842-B883-60659F511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807869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1890" y="153319"/>
            <a:ext cx="8538448" cy="556614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1891" y="705933"/>
            <a:ext cx="4188016" cy="345967"/>
          </a:xfrm>
        </p:spPr>
        <p:txBody>
          <a:bodyPr anchor="b"/>
          <a:lstStyle>
            <a:lvl1pPr marL="0" indent="0">
              <a:buNone/>
              <a:defRPr sz="1008" b="1"/>
            </a:lvl1pPr>
            <a:lvl2pPr marL="191978" indent="0">
              <a:buNone/>
              <a:defRPr sz="840" b="1"/>
            </a:lvl2pPr>
            <a:lvl3pPr marL="383957" indent="0">
              <a:buNone/>
              <a:defRPr sz="756" b="1"/>
            </a:lvl3pPr>
            <a:lvl4pPr marL="575935" indent="0">
              <a:buNone/>
              <a:defRPr sz="672" b="1"/>
            </a:lvl4pPr>
            <a:lvl5pPr marL="767913" indent="0">
              <a:buNone/>
              <a:defRPr sz="672" b="1"/>
            </a:lvl5pPr>
            <a:lvl6pPr marL="959891" indent="0">
              <a:buNone/>
              <a:defRPr sz="672" b="1"/>
            </a:lvl6pPr>
            <a:lvl7pPr marL="1151870" indent="0">
              <a:buNone/>
              <a:defRPr sz="672" b="1"/>
            </a:lvl7pPr>
            <a:lvl8pPr marL="1343848" indent="0">
              <a:buNone/>
              <a:defRPr sz="672" b="1"/>
            </a:lvl8pPr>
            <a:lvl9pPr marL="1535826" indent="0">
              <a:buNone/>
              <a:defRPr sz="672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1891" y="1051899"/>
            <a:ext cx="4188016" cy="1547186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11698" y="705933"/>
            <a:ext cx="4208641" cy="345967"/>
          </a:xfrm>
        </p:spPr>
        <p:txBody>
          <a:bodyPr anchor="b"/>
          <a:lstStyle>
            <a:lvl1pPr marL="0" indent="0">
              <a:buNone/>
              <a:defRPr sz="1008" b="1"/>
            </a:lvl1pPr>
            <a:lvl2pPr marL="191978" indent="0">
              <a:buNone/>
              <a:defRPr sz="840" b="1"/>
            </a:lvl2pPr>
            <a:lvl3pPr marL="383957" indent="0">
              <a:buNone/>
              <a:defRPr sz="756" b="1"/>
            </a:lvl3pPr>
            <a:lvl4pPr marL="575935" indent="0">
              <a:buNone/>
              <a:defRPr sz="672" b="1"/>
            </a:lvl4pPr>
            <a:lvl5pPr marL="767913" indent="0">
              <a:buNone/>
              <a:defRPr sz="672" b="1"/>
            </a:lvl5pPr>
            <a:lvl6pPr marL="959891" indent="0">
              <a:buNone/>
              <a:defRPr sz="672" b="1"/>
            </a:lvl6pPr>
            <a:lvl7pPr marL="1151870" indent="0">
              <a:buNone/>
              <a:defRPr sz="672" b="1"/>
            </a:lvl7pPr>
            <a:lvl8pPr marL="1343848" indent="0">
              <a:buNone/>
              <a:defRPr sz="672" b="1"/>
            </a:lvl8pPr>
            <a:lvl9pPr marL="1535826" indent="0">
              <a:buNone/>
              <a:defRPr sz="672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11698" y="1051899"/>
            <a:ext cx="4208641" cy="1547186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94FCF3-F2F1-BB4C-82ED-E0D01773818E}" type="datetimeFigureOut">
              <a:rPr lang="en-US" smtClean="0"/>
              <a:t>9/19/19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06037-21B3-3842-B883-60659F511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043987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94FCF3-F2F1-BB4C-82ED-E0D01773818E}" type="datetimeFigureOut">
              <a:rPr lang="en-US" smtClean="0"/>
              <a:t>9/19/19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06037-21B3-3842-B883-60659F511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974174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94FCF3-F2F1-BB4C-82ED-E0D01773818E}" type="datetimeFigureOut">
              <a:rPr lang="en-US" smtClean="0"/>
              <a:t>9/19/19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06037-21B3-3842-B883-60659F511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746922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1891" y="191982"/>
            <a:ext cx="3192895" cy="671936"/>
          </a:xfrm>
        </p:spPr>
        <p:txBody>
          <a:bodyPr anchor="b"/>
          <a:lstStyle>
            <a:lvl1pPr>
              <a:defRPr sz="1344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08641" y="414627"/>
            <a:ext cx="5011698" cy="2046471"/>
          </a:xfrm>
        </p:spPr>
        <p:txBody>
          <a:bodyPr/>
          <a:lstStyle>
            <a:lvl1pPr>
              <a:defRPr sz="1344"/>
            </a:lvl1pPr>
            <a:lvl2pPr>
              <a:defRPr sz="1176"/>
            </a:lvl2pPr>
            <a:lvl3pPr>
              <a:defRPr sz="1008"/>
            </a:lvl3pPr>
            <a:lvl4pPr>
              <a:defRPr sz="840"/>
            </a:lvl4pPr>
            <a:lvl5pPr>
              <a:defRPr sz="840"/>
            </a:lvl5pPr>
            <a:lvl6pPr>
              <a:defRPr sz="840"/>
            </a:lvl6pPr>
            <a:lvl7pPr>
              <a:defRPr sz="840"/>
            </a:lvl7pPr>
            <a:lvl8pPr>
              <a:defRPr sz="840"/>
            </a:lvl8pPr>
            <a:lvl9pPr>
              <a:defRPr sz="84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1891" y="863918"/>
            <a:ext cx="3192895" cy="1600514"/>
          </a:xfrm>
        </p:spPr>
        <p:txBody>
          <a:bodyPr/>
          <a:lstStyle>
            <a:lvl1pPr marL="0" indent="0">
              <a:buNone/>
              <a:defRPr sz="672"/>
            </a:lvl1pPr>
            <a:lvl2pPr marL="191978" indent="0">
              <a:buNone/>
              <a:defRPr sz="588"/>
            </a:lvl2pPr>
            <a:lvl3pPr marL="383957" indent="0">
              <a:buNone/>
              <a:defRPr sz="504"/>
            </a:lvl3pPr>
            <a:lvl4pPr marL="575935" indent="0">
              <a:buNone/>
              <a:defRPr sz="420"/>
            </a:lvl4pPr>
            <a:lvl5pPr marL="767913" indent="0">
              <a:buNone/>
              <a:defRPr sz="420"/>
            </a:lvl5pPr>
            <a:lvl6pPr marL="959891" indent="0">
              <a:buNone/>
              <a:defRPr sz="420"/>
            </a:lvl6pPr>
            <a:lvl7pPr marL="1151870" indent="0">
              <a:buNone/>
              <a:defRPr sz="420"/>
            </a:lvl7pPr>
            <a:lvl8pPr marL="1343848" indent="0">
              <a:buNone/>
              <a:defRPr sz="420"/>
            </a:lvl8pPr>
            <a:lvl9pPr marL="1535826" indent="0">
              <a:buNone/>
              <a:defRPr sz="42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94FCF3-F2F1-BB4C-82ED-E0D01773818E}" type="datetimeFigureOut">
              <a:rPr lang="en-US" smtClean="0"/>
              <a:t>9/19/19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06037-21B3-3842-B883-60659F511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3203529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1891" y="191982"/>
            <a:ext cx="3192895" cy="671936"/>
          </a:xfrm>
        </p:spPr>
        <p:txBody>
          <a:bodyPr anchor="b"/>
          <a:lstStyle>
            <a:lvl1pPr>
              <a:defRPr sz="1344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208641" y="414627"/>
            <a:ext cx="5011698" cy="2046471"/>
          </a:xfrm>
        </p:spPr>
        <p:txBody>
          <a:bodyPr anchor="t"/>
          <a:lstStyle>
            <a:lvl1pPr marL="0" indent="0">
              <a:buNone/>
              <a:defRPr sz="1344"/>
            </a:lvl1pPr>
            <a:lvl2pPr marL="191978" indent="0">
              <a:buNone/>
              <a:defRPr sz="1176"/>
            </a:lvl2pPr>
            <a:lvl3pPr marL="383957" indent="0">
              <a:buNone/>
              <a:defRPr sz="1008"/>
            </a:lvl3pPr>
            <a:lvl4pPr marL="575935" indent="0">
              <a:buNone/>
              <a:defRPr sz="840"/>
            </a:lvl4pPr>
            <a:lvl5pPr marL="767913" indent="0">
              <a:buNone/>
              <a:defRPr sz="840"/>
            </a:lvl5pPr>
            <a:lvl6pPr marL="959891" indent="0">
              <a:buNone/>
              <a:defRPr sz="840"/>
            </a:lvl6pPr>
            <a:lvl7pPr marL="1151870" indent="0">
              <a:buNone/>
              <a:defRPr sz="840"/>
            </a:lvl7pPr>
            <a:lvl8pPr marL="1343848" indent="0">
              <a:buNone/>
              <a:defRPr sz="840"/>
            </a:lvl8pPr>
            <a:lvl9pPr marL="1535826" indent="0">
              <a:buNone/>
              <a:defRPr sz="840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1891" y="863918"/>
            <a:ext cx="3192895" cy="1600514"/>
          </a:xfrm>
        </p:spPr>
        <p:txBody>
          <a:bodyPr/>
          <a:lstStyle>
            <a:lvl1pPr marL="0" indent="0">
              <a:buNone/>
              <a:defRPr sz="672"/>
            </a:lvl1pPr>
            <a:lvl2pPr marL="191978" indent="0">
              <a:buNone/>
              <a:defRPr sz="588"/>
            </a:lvl2pPr>
            <a:lvl3pPr marL="383957" indent="0">
              <a:buNone/>
              <a:defRPr sz="504"/>
            </a:lvl3pPr>
            <a:lvl4pPr marL="575935" indent="0">
              <a:buNone/>
              <a:defRPr sz="420"/>
            </a:lvl4pPr>
            <a:lvl5pPr marL="767913" indent="0">
              <a:buNone/>
              <a:defRPr sz="420"/>
            </a:lvl5pPr>
            <a:lvl6pPr marL="959891" indent="0">
              <a:buNone/>
              <a:defRPr sz="420"/>
            </a:lvl6pPr>
            <a:lvl7pPr marL="1151870" indent="0">
              <a:buNone/>
              <a:defRPr sz="420"/>
            </a:lvl7pPr>
            <a:lvl8pPr marL="1343848" indent="0">
              <a:buNone/>
              <a:defRPr sz="420"/>
            </a:lvl8pPr>
            <a:lvl9pPr marL="1535826" indent="0">
              <a:buNone/>
              <a:defRPr sz="42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94FCF3-F2F1-BB4C-82ED-E0D01773818E}" type="datetimeFigureOut">
              <a:rPr lang="en-US" smtClean="0"/>
              <a:t>9/19/19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06037-21B3-3842-B883-60659F511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29092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94FCF3-F2F1-BB4C-82ED-E0D01773818E}" type="datetimeFigureOut">
              <a:rPr lang="en-US" smtClean="0"/>
              <a:t>9/19/19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06037-21B3-3842-B883-60659F511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223693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084437" y="153319"/>
            <a:ext cx="2134612" cy="2440434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0601" y="153319"/>
            <a:ext cx="6280090" cy="2440434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94FCF3-F2F1-BB4C-82ED-E0D01773818E}" type="datetimeFigureOut">
              <a:rPr lang="en-US" smtClean="0"/>
              <a:t>9/19/19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06037-21B3-3842-B883-60659F511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285415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0601" y="153319"/>
            <a:ext cx="8538448" cy="55661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0601" y="766593"/>
            <a:ext cx="8538448" cy="182715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80601" y="2669079"/>
            <a:ext cx="2227421" cy="15331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504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594FCF3-F2F1-BB4C-82ED-E0D01773818E}" type="datetimeFigureOut">
              <a:rPr lang="en-US" smtClean="0"/>
              <a:t>9/19/19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279259" y="2669079"/>
            <a:ext cx="3341132" cy="15331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504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991628" y="2669079"/>
            <a:ext cx="2227421" cy="15331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504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A706037-21B3-3842-B883-60659F511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334213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33" r:id="rId1"/>
    <p:sldLayoutId id="2147483734" r:id="rId2"/>
    <p:sldLayoutId id="2147483735" r:id="rId3"/>
    <p:sldLayoutId id="2147483736" r:id="rId4"/>
    <p:sldLayoutId id="2147483737" r:id="rId5"/>
    <p:sldLayoutId id="2147483738" r:id="rId6"/>
    <p:sldLayoutId id="2147483739" r:id="rId7"/>
    <p:sldLayoutId id="2147483740" r:id="rId8"/>
    <p:sldLayoutId id="2147483741" r:id="rId9"/>
    <p:sldLayoutId id="2147483742" r:id="rId10"/>
    <p:sldLayoutId id="2147483743" r:id="rId11"/>
  </p:sldLayoutIdLst>
  <p:txStyles>
    <p:titleStyle>
      <a:lvl1pPr algn="l" defTabSz="383957" rtl="0" eaLnBrk="1" latinLnBrk="0" hangingPunct="1">
        <a:lnSpc>
          <a:spcPct val="90000"/>
        </a:lnSpc>
        <a:spcBef>
          <a:spcPct val="0"/>
        </a:spcBef>
        <a:buNone/>
        <a:defRPr sz="1848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95989" indent="-95989" algn="l" defTabSz="383957" rtl="0" eaLnBrk="1" latinLnBrk="0" hangingPunct="1">
        <a:lnSpc>
          <a:spcPct val="90000"/>
        </a:lnSpc>
        <a:spcBef>
          <a:spcPts val="420"/>
        </a:spcBef>
        <a:buFont typeface="Arial" panose="020B0604020202020204" pitchFamily="34" charset="0"/>
        <a:buChar char="•"/>
        <a:defRPr sz="1176" kern="1200">
          <a:solidFill>
            <a:schemeClr val="tx1"/>
          </a:solidFill>
          <a:latin typeface="+mn-lt"/>
          <a:ea typeface="+mn-ea"/>
          <a:cs typeface="+mn-cs"/>
        </a:defRPr>
      </a:lvl1pPr>
      <a:lvl2pPr marL="287967" indent="-95989" algn="l" defTabSz="383957" rtl="0" eaLnBrk="1" latinLnBrk="0" hangingPunct="1">
        <a:lnSpc>
          <a:spcPct val="90000"/>
        </a:lnSpc>
        <a:spcBef>
          <a:spcPts val="210"/>
        </a:spcBef>
        <a:buFont typeface="Arial" panose="020B0604020202020204" pitchFamily="34" charset="0"/>
        <a:buChar char="•"/>
        <a:defRPr sz="1008" kern="1200">
          <a:solidFill>
            <a:schemeClr val="tx1"/>
          </a:solidFill>
          <a:latin typeface="+mn-lt"/>
          <a:ea typeface="+mn-ea"/>
          <a:cs typeface="+mn-cs"/>
        </a:defRPr>
      </a:lvl2pPr>
      <a:lvl3pPr marL="479946" indent="-95989" algn="l" defTabSz="383957" rtl="0" eaLnBrk="1" latinLnBrk="0" hangingPunct="1">
        <a:lnSpc>
          <a:spcPct val="90000"/>
        </a:lnSpc>
        <a:spcBef>
          <a:spcPts val="210"/>
        </a:spcBef>
        <a:buFont typeface="Arial" panose="020B0604020202020204" pitchFamily="34" charset="0"/>
        <a:buChar char="•"/>
        <a:defRPr sz="840" kern="1200">
          <a:solidFill>
            <a:schemeClr val="tx1"/>
          </a:solidFill>
          <a:latin typeface="+mn-lt"/>
          <a:ea typeface="+mn-ea"/>
          <a:cs typeface="+mn-cs"/>
        </a:defRPr>
      </a:lvl3pPr>
      <a:lvl4pPr marL="671924" indent="-95989" algn="l" defTabSz="383957" rtl="0" eaLnBrk="1" latinLnBrk="0" hangingPunct="1">
        <a:lnSpc>
          <a:spcPct val="90000"/>
        </a:lnSpc>
        <a:spcBef>
          <a:spcPts val="210"/>
        </a:spcBef>
        <a:buFont typeface="Arial" panose="020B0604020202020204" pitchFamily="34" charset="0"/>
        <a:buChar char="•"/>
        <a:defRPr sz="756" kern="1200">
          <a:solidFill>
            <a:schemeClr val="tx1"/>
          </a:solidFill>
          <a:latin typeface="+mn-lt"/>
          <a:ea typeface="+mn-ea"/>
          <a:cs typeface="+mn-cs"/>
        </a:defRPr>
      </a:lvl4pPr>
      <a:lvl5pPr marL="863902" indent="-95989" algn="l" defTabSz="383957" rtl="0" eaLnBrk="1" latinLnBrk="0" hangingPunct="1">
        <a:lnSpc>
          <a:spcPct val="90000"/>
        </a:lnSpc>
        <a:spcBef>
          <a:spcPts val="210"/>
        </a:spcBef>
        <a:buFont typeface="Arial" panose="020B0604020202020204" pitchFamily="34" charset="0"/>
        <a:buChar char="•"/>
        <a:defRPr sz="756" kern="1200">
          <a:solidFill>
            <a:schemeClr val="tx1"/>
          </a:solidFill>
          <a:latin typeface="+mn-lt"/>
          <a:ea typeface="+mn-ea"/>
          <a:cs typeface="+mn-cs"/>
        </a:defRPr>
      </a:lvl5pPr>
      <a:lvl6pPr marL="1055881" indent="-95989" algn="l" defTabSz="383957" rtl="0" eaLnBrk="1" latinLnBrk="0" hangingPunct="1">
        <a:lnSpc>
          <a:spcPct val="90000"/>
        </a:lnSpc>
        <a:spcBef>
          <a:spcPts val="210"/>
        </a:spcBef>
        <a:buFont typeface="Arial" panose="020B0604020202020204" pitchFamily="34" charset="0"/>
        <a:buChar char="•"/>
        <a:defRPr sz="756" kern="1200">
          <a:solidFill>
            <a:schemeClr val="tx1"/>
          </a:solidFill>
          <a:latin typeface="+mn-lt"/>
          <a:ea typeface="+mn-ea"/>
          <a:cs typeface="+mn-cs"/>
        </a:defRPr>
      </a:lvl6pPr>
      <a:lvl7pPr marL="1247859" indent="-95989" algn="l" defTabSz="383957" rtl="0" eaLnBrk="1" latinLnBrk="0" hangingPunct="1">
        <a:lnSpc>
          <a:spcPct val="90000"/>
        </a:lnSpc>
        <a:spcBef>
          <a:spcPts val="210"/>
        </a:spcBef>
        <a:buFont typeface="Arial" panose="020B0604020202020204" pitchFamily="34" charset="0"/>
        <a:buChar char="•"/>
        <a:defRPr sz="756" kern="1200">
          <a:solidFill>
            <a:schemeClr val="tx1"/>
          </a:solidFill>
          <a:latin typeface="+mn-lt"/>
          <a:ea typeface="+mn-ea"/>
          <a:cs typeface="+mn-cs"/>
        </a:defRPr>
      </a:lvl7pPr>
      <a:lvl8pPr marL="1439837" indent="-95989" algn="l" defTabSz="383957" rtl="0" eaLnBrk="1" latinLnBrk="0" hangingPunct="1">
        <a:lnSpc>
          <a:spcPct val="90000"/>
        </a:lnSpc>
        <a:spcBef>
          <a:spcPts val="210"/>
        </a:spcBef>
        <a:buFont typeface="Arial" panose="020B0604020202020204" pitchFamily="34" charset="0"/>
        <a:buChar char="•"/>
        <a:defRPr sz="756" kern="1200">
          <a:solidFill>
            <a:schemeClr val="tx1"/>
          </a:solidFill>
          <a:latin typeface="+mn-lt"/>
          <a:ea typeface="+mn-ea"/>
          <a:cs typeface="+mn-cs"/>
        </a:defRPr>
      </a:lvl8pPr>
      <a:lvl9pPr marL="1631815" indent="-95989" algn="l" defTabSz="383957" rtl="0" eaLnBrk="1" latinLnBrk="0" hangingPunct="1">
        <a:lnSpc>
          <a:spcPct val="90000"/>
        </a:lnSpc>
        <a:spcBef>
          <a:spcPts val="210"/>
        </a:spcBef>
        <a:buFont typeface="Arial" panose="020B0604020202020204" pitchFamily="34" charset="0"/>
        <a:buChar char="•"/>
        <a:defRPr sz="756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83957" rtl="0" eaLnBrk="1" latinLnBrk="0" hangingPunct="1">
        <a:defRPr sz="756" kern="1200">
          <a:solidFill>
            <a:schemeClr val="tx1"/>
          </a:solidFill>
          <a:latin typeface="+mn-lt"/>
          <a:ea typeface="+mn-ea"/>
          <a:cs typeface="+mn-cs"/>
        </a:defRPr>
      </a:lvl1pPr>
      <a:lvl2pPr marL="191978" algn="l" defTabSz="383957" rtl="0" eaLnBrk="1" latinLnBrk="0" hangingPunct="1">
        <a:defRPr sz="756" kern="1200">
          <a:solidFill>
            <a:schemeClr val="tx1"/>
          </a:solidFill>
          <a:latin typeface="+mn-lt"/>
          <a:ea typeface="+mn-ea"/>
          <a:cs typeface="+mn-cs"/>
        </a:defRPr>
      </a:lvl2pPr>
      <a:lvl3pPr marL="383957" algn="l" defTabSz="383957" rtl="0" eaLnBrk="1" latinLnBrk="0" hangingPunct="1">
        <a:defRPr sz="756" kern="1200">
          <a:solidFill>
            <a:schemeClr val="tx1"/>
          </a:solidFill>
          <a:latin typeface="+mn-lt"/>
          <a:ea typeface="+mn-ea"/>
          <a:cs typeface="+mn-cs"/>
        </a:defRPr>
      </a:lvl3pPr>
      <a:lvl4pPr marL="575935" algn="l" defTabSz="383957" rtl="0" eaLnBrk="1" latinLnBrk="0" hangingPunct="1">
        <a:defRPr sz="756" kern="1200">
          <a:solidFill>
            <a:schemeClr val="tx1"/>
          </a:solidFill>
          <a:latin typeface="+mn-lt"/>
          <a:ea typeface="+mn-ea"/>
          <a:cs typeface="+mn-cs"/>
        </a:defRPr>
      </a:lvl4pPr>
      <a:lvl5pPr marL="767913" algn="l" defTabSz="383957" rtl="0" eaLnBrk="1" latinLnBrk="0" hangingPunct="1">
        <a:defRPr sz="756" kern="1200">
          <a:solidFill>
            <a:schemeClr val="tx1"/>
          </a:solidFill>
          <a:latin typeface="+mn-lt"/>
          <a:ea typeface="+mn-ea"/>
          <a:cs typeface="+mn-cs"/>
        </a:defRPr>
      </a:lvl5pPr>
      <a:lvl6pPr marL="959891" algn="l" defTabSz="383957" rtl="0" eaLnBrk="1" latinLnBrk="0" hangingPunct="1">
        <a:defRPr sz="756" kern="1200">
          <a:solidFill>
            <a:schemeClr val="tx1"/>
          </a:solidFill>
          <a:latin typeface="+mn-lt"/>
          <a:ea typeface="+mn-ea"/>
          <a:cs typeface="+mn-cs"/>
        </a:defRPr>
      </a:lvl6pPr>
      <a:lvl7pPr marL="1151870" algn="l" defTabSz="383957" rtl="0" eaLnBrk="1" latinLnBrk="0" hangingPunct="1">
        <a:defRPr sz="756" kern="1200">
          <a:solidFill>
            <a:schemeClr val="tx1"/>
          </a:solidFill>
          <a:latin typeface="+mn-lt"/>
          <a:ea typeface="+mn-ea"/>
          <a:cs typeface="+mn-cs"/>
        </a:defRPr>
      </a:lvl7pPr>
      <a:lvl8pPr marL="1343848" algn="l" defTabSz="383957" rtl="0" eaLnBrk="1" latinLnBrk="0" hangingPunct="1">
        <a:defRPr sz="756" kern="1200">
          <a:solidFill>
            <a:schemeClr val="tx1"/>
          </a:solidFill>
          <a:latin typeface="+mn-lt"/>
          <a:ea typeface="+mn-ea"/>
          <a:cs typeface="+mn-cs"/>
        </a:defRPr>
      </a:lvl8pPr>
      <a:lvl9pPr marL="1535826" algn="l" defTabSz="383957" rtl="0" eaLnBrk="1" latinLnBrk="0" hangingPunct="1">
        <a:defRPr sz="756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customXml" Target="../ink/ink2.xml"/><Relationship Id="rId5" Type="http://schemas.openxmlformats.org/officeDocument/2006/relationships/image" Target="../media/image2.png"/><Relationship Id="rId4" Type="http://schemas.openxmlformats.org/officeDocument/2006/relationships/customXml" Target="../ink/ink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customXml" Target="../ink/ink4.xml"/><Relationship Id="rId5" Type="http://schemas.openxmlformats.org/officeDocument/2006/relationships/image" Target="../media/image2.png"/><Relationship Id="rId4" Type="http://schemas.openxmlformats.org/officeDocument/2006/relationships/customXml" Target="../ink/ink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close up of a coral&#10;&#10;Description automatically generated">
            <a:extLst>
              <a:ext uri="{FF2B5EF4-FFF2-40B4-BE49-F238E27FC236}">
                <a16:creationId xmlns:a16="http://schemas.microsoft.com/office/drawing/2014/main" id="{18BCA4B9-4112-0640-A084-9D1E6A72D67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272827" y="98313"/>
            <a:ext cx="2696588" cy="2683105"/>
          </a:xfrm>
          <a:prstGeom prst="rect">
            <a:avLst/>
          </a:prstGeom>
        </p:spPr>
      </p:pic>
      <mc:AlternateContent xmlns:mc="http://schemas.openxmlformats.org/markup-compatibility/2006">
        <mc:Choice xmlns:p14="http://schemas.microsoft.com/office/powerpoint/2010/main" Requires="p14">
          <p:contentPart p14:bwMode="auto" r:id="rId4">
            <p14:nvContentPartPr>
              <p14:cNvPr id="30" name="Ink 29">
                <a:extLst>
                  <a:ext uri="{FF2B5EF4-FFF2-40B4-BE49-F238E27FC236}">
                    <a16:creationId xmlns:a16="http://schemas.microsoft.com/office/drawing/2014/main" id="{8BD33D62-86EE-4A43-9565-C472D869CA54}"/>
                  </a:ext>
                </a:extLst>
              </p14:cNvPr>
              <p14:cNvContentPartPr/>
              <p14:nvPr/>
            </p14:nvContentPartPr>
            <p14:xfrm>
              <a:off x="-2131089" y="-720549"/>
              <a:ext cx="360" cy="360"/>
            </p14:xfrm>
          </p:contentPart>
        </mc:Choice>
        <mc:Fallback>
          <p:pic>
            <p:nvPicPr>
              <p:cNvPr id="30" name="Ink 29">
                <a:extLst>
                  <a:ext uri="{FF2B5EF4-FFF2-40B4-BE49-F238E27FC236}">
                    <a16:creationId xmlns:a16="http://schemas.microsoft.com/office/drawing/2014/main" id="{8BD33D62-86EE-4A43-9565-C472D869CA54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-2167089" y="-756549"/>
                <a:ext cx="72000" cy="72000"/>
              </a:xfrm>
              <a:prstGeom prst="rect">
                <a:avLst/>
              </a:prstGeom>
            </p:spPr>
          </p:pic>
        </mc:Fallback>
      </mc:AlternateContent>
      <p:grpSp>
        <p:nvGrpSpPr>
          <p:cNvPr id="2" name="Group 1">
            <a:extLst>
              <a:ext uri="{FF2B5EF4-FFF2-40B4-BE49-F238E27FC236}">
                <a16:creationId xmlns:a16="http://schemas.microsoft.com/office/drawing/2014/main" id="{C07A61DD-9D23-6949-BF39-4E526B7E421C}"/>
              </a:ext>
            </a:extLst>
          </p:cNvPr>
          <p:cNvGrpSpPr/>
          <p:nvPr/>
        </p:nvGrpSpPr>
        <p:grpSpPr>
          <a:xfrm>
            <a:off x="2658544" y="624544"/>
            <a:ext cx="3027085" cy="1880716"/>
            <a:chOff x="3893311" y="1106906"/>
            <a:chExt cx="3537549" cy="2197867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F7DD3F0F-DC3E-F943-949D-23ACA30C61F4}"/>
                    </a:ext>
                  </a:extLst>
                </p14:cNvPr>
                <p14:cNvContentPartPr/>
                <p14:nvPr/>
              </p14:nvContentPartPr>
              <p14:xfrm>
                <a:off x="4143600" y="1106906"/>
                <a:ext cx="2830445" cy="1937084"/>
              </p14:xfrm>
            </p:contentPart>
          </mc:Choice>
          <mc:Fallback xmlns=""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F7DD3F0F-DC3E-F943-949D-23ACA30C61F4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4071672" y="1034975"/>
                  <a:ext cx="2973881" cy="2080946"/>
                </a:xfrm>
                <a:prstGeom prst="rect">
                  <a:avLst/>
                </a:prstGeom>
              </p:spPr>
            </p:pic>
          </mc:Fallback>
        </mc:AlternateContent>
        <p:grpSp>
          <p:nvGrpSpPr>
            <p:cNvPr id="45" name="Group 44">
              <a:extLst>
                <a:ext uri="{FF2B5EF4-FFF2-40B4-BE49-F238E27FC236}">
                  <a16:creationId xmlns:a16="http://schemas.microsoft.com/office/drawing/2014/main" id="{24644915-0F54-794F-A944-B19D115CE063}"/>
                </a:ext>
              </a:extLst>
            </p:cNvPr>
            <p:cNvGrpSpPr/>
            <p:nvPr/>
          </p:nvGrpSpPr>
          <p:grpSpPr>
            <a:xfrm rot="19027459">
              <a:off x="5048564" y="2367424"/>
              <a:ext cx="304854" cy="299474"/>
              <a:chOff x="5775952" y="3118068"/>
              <a:chExt cx="316518" cy="310932"/>
            </a:xfrm>
          </p:grpSpPr>
          <p:sp>
            <p:nvSpPr>
              <p:cNvPr id="41" name="Rounded Rectangle 40">
                <a:extLst>
                  <a:ext uri="{FF2B5EF4-FFF2-40B4-BE49-F238E27FC236}">
                    <a16:creationId xmlns:a16="http://schemas.microsoft.com/office/drawing/2014/main" id="{847B7786-EBEA-A44A-B610-8B87FD39279C}"/>
                  </a:ext>
                </a:extLst>
              </p:cNvPr>
              <p:cNvSpPr/>
              <p:nvPr/>
            </p:nvSpPr>
            <p:spPr>
              <a:xfrm>
                <a:off x="5775952" y="3118068"/>
                <a:ext cx="159227" cy="310932"/>
              </a:xfrm>
              <a:prstGeom prst="roundRect">
                <a:avLst/>
              </a:prstGeom>
              <a:solidFill>
                <a:srgbClr val="DED59B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4" name="Rounded Rectangle 43">
                <a:extLst>
                  <a:ext uri="{FF2B5EF4-FFF2-40B4-BE49-F238E27FC236}">
                    <a16:creationId xmlns:a16="http://schemas.microsoft.com/office/drawing/2014/main" id="{363A9FF8-6F9C-644F-BF7B-3CF762CD4ADE}"/>
                  </a:ext>
                </a:extLst>
              </p:cNvPr>
              <p:cNvSpPr/>
              <p:nvPr/>
            </p:nvSpPr>
            <p:spPr>
              <a:xfrm>
                <a:off x="5933243" y="3118068"/>
                <a:ext cx="159227" cy="310932"/>
              </a:xfrm>
              <a:prstGeom prst="roundRect">
                <a:avLst/>
              </a:prstGeom>
              <a:solidFill>
                <a:srgbClr val="4A69A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48" name="Group 47">
              <a:extLst>
                <a:ext uri="{FF2B5EF4-FFF2-40B4-BE49-F238E27FC236}">
                  <a16:creationId xmlns:a16="http://schemas.microsoft.com/office/drawing/2014/main" id="{46B3BA81-EC63-2148-97D0-C6AD93B20366}"/>
                </a:ext>
              </a:extLst>
            </p:cNvPr>
            <p:cNvGrpSpPr/>
            <p:nvPr/>
          </p:nvGrpSpPr>
          <p:grpSpPr>
            <a:xfrm rot="780047">
              <a:off x="5444356" y="2050901"/>
              <a:ext cx="304854" cy="299474"/>
              <a:chOff x="5775952" y="3118068"/>
              <a:chExt cx="316518" cy="310932"/>
            </a:xfrm>
          </p:grpSpPr>
          <p:sp>
            <p:nvSpPr>
              <p:cNvPr id="49" name="Rounded Rectangle 48">
                <a:extLst>
                  <a:ext uri="{FF2B5EF4-FFF2-40B4-BE49-F238E27FC236}">
                    <a16:creationId xmlns:a16="http://schemas.microsoft.com/office/drawing/2014/main" id="{E7EDAC24-E25F-A24D-A716-418A44EFD674}"/>
                  </a:ext>
                </a:extLst>
              </p:cNvPr>
              <p:cNvSpPr/>
              <p:nvPr/>
            </p:nvSpPr>
            <p:spPr>
              <a:xfrm>
                <a:off x="5775952" y="3118068"/>
                <a:ext cx="159227" cy="310932"/>
              </a:xfrm>
              <a:prstGeom prst="roundRect">
                <a:avLst/>
              </a:prstGeom>
              <a:solidFill>
                <a:srgbClr val="6BD9ED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50" name="Rounded Rectangle 49">
                <a:extLst>
                  <a:ext uri="{FF2B5EF4-FFF2-40B4-BE49-F238E27FC236}">
                    <a16:creationId xmlns:a16="http://schemas.microsoft.com/office/drawing/2014/main" id="{94F8CA03-D94C-454D-8189-B230F45ABE1C}"/>
                  </a:ext>
                </a:extLst>
              </p:cNvPr>
              <p:cNvSpPr/>
              <p:nvPr/>
            </p:nvSpPr>
            <p:spPr>
              <a:xfrm>
                <a:off x="5933243" y="3118068"/>
                <a:ext cx="159227" cy="310932"/>
              </a:xfrm>
              <a:prstGeom prst="roundRect">
                <a:avLst/>
              </a:prstGeom>
              <a:solidFill>
                <a:srgbClr val="D18349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51" name="Group 50">
              <a:extLst>
                <a:ext uri="{FF2B5EF4-FFF2-40B4-BE49-F238E27FC236}">
                  <a16:creationId xmlns:a16="http://schemas.microsoft.com/office/drawing/2014/main" id="{C11095B2-2422-7748-8F9D-2495722DE5AF}"/>
                </a:ext>
              </a:extLst>
            </p:cNvPr>
            <p:cNvGrpSpPr/>
            <p:nvPr/>
          </p:nvGrpSpPr>
          <p:grpSpPr>
            <a:xfrm rot="4009933">
              <a:off x="6268679" y="1753564"/>
              <a:ext cx="304854" cy="299474"/>
              <a:chOff x="5775952" y="3118068"/>
              <a:chExt cx="316518" cy="310932"/>
            </a:xfrm>
          </p:grpSpPr>
          <p:sp>
            <p:nvSpPr>
              <p:cNvPr id="52" name="Rounded Rectangle 51">
                <a:extLst>
                  <a:ext uri="{FF2B5EF4-FFF2-40B4-BE49-F238E27FC236}">
                    <a16:creationId xmlns:a16="http://schemas.microsoft.com/office/drawing/2014/main" id="{DC09565D-F1CD-884E-9B5F-18B24682650A}"/>
                  </a:ext>
                </a:extLst>
              </p:cNvPr>
              <p:cNvSpPr/>
              <p:nvPr/>
            </p:nvSpPr>
            <p:spPr>
              <a:xfrm>
                <a:off x="5775952" y="3118068"/>
                <a:ext cx="159227" cy="310932"/>
              </a:xfrm>
              <a:prstGeom prst="roundRect">
                <a:avLst/>
              </a:prstGeom>
              <a:solidFill>
                <a:srgbClr val="860138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53" name="Rounded Rectangle 52">
                <a:extLst>
                  <a:ext uri="{FF2B5EF4-FFF2-40B4-BE49-F238E27FC236}">
                    <a16:creationId xmlns:a16="http://schemas.microsoft.com/office/drawing/2014/main" id="{AF8195C6-9E88-8C4D-9CF7-159DB8C69D41}"/>
                  </a:ext>
                </a:extLst>
              </p:cNvPr>
              <p:cNvSpPr/>
              <p:nvPr/>
            </p:nvSpPr>
            <p:spPr>
              <a:xfrm>
                <a:off x="5933243" y="3118068"/>
                <a:ext cx="159227" cy="310932"/>
              </a:xfrm>
              <a:prstGeom prst="roundRect">
                <a:avLst/>
              </a:prstGeom>
              <a:solidFill>
                <a:srgbClr val="6FBB98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83" name="TextBox 82">
              <a:extLst>
                <a:ext uri="{FF2B5EF4-FFF2-40B4-BE49-F238E27FC236}">
                  <a16:creationId xmlns:a16="http://schemas.microsoft.com/office/drawing/2014/main" id="{167164D5-945D-C341-B028-6479A84D0192}"/>
                </a:ext>
              </a:extLst>
            </p:cNvPr>
            <p:cNvSpPr txBox="1"/>
            <p:nvPr/>
          </p:nvSpPr>
          <p:spPr>
            <a:xfrm>
              <a:off x="3893311" y="2837191"/>
              <a:ext cx="1213853" cy="46758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sz="1000" b="1" dirty="0">
                  <a:solidFill>
                    <a:schemeClr val="accent5">
                      <a:lumMod val="7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genomic </a:t>
              </a:r>
            </a:p>
            <a:p>
              <a:pPr algn="r"/>
              <a:r>
                <a:rPr lang="en-US" sz="1000" b="1" dirty="0">
                  <a:solidFill>
                    <a:schemeClr val="accent5">
                      <a:lumMod val="7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start</a:t>
              </a:r>
            </a:p>
          </p:txBody>
        </p: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2A72AAF0-68F6-3D44-A76A-CA3312FC3656}"/>
                </a:ext>
              </a:extLst>
            </p:cNvPr>
            <p:cNvSpPr txBox="1"/>
            <p:nvPr/>
          </p:nvSpPr>
          <p:spPr>
            <a:xfrm>
              <a:off x="6526724" y="2217679"/>
              <a:ext cx="904136" cy="46758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 b="1" dirty="0">
                  <a:solidFill>
                    <a:schemeClr val="accent5">
                      <a:lumMod val="7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genomic end</a:t>
              </a:r>
            </a:p>
          </p:txBody>
        </p: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8166C904-4F5F-FE4E-8B0B-D846257D3E9A}"/>
              </a:ext>
            </a:extLst>
          </p:cNvPr>
          <p:cNvGrpSpPr/>
          <p:nvPr/>
        </p:nvGrpSpPr>
        <p:grpSpPr>
          <a:xfrm>
            <a:off x="6165726" y="624544"/>
            <a:ext cx="4108929" cy="1818076"/>
            <a:chOff x="1134106" y="4239056"/>
            <a:chExt cx="4108929" cy="1818076"/>
          </a:xfrm>
        </p:grpSpPr>
        <p:grpSp>
          <p:nvGrpSpPr>
            <p:cNvPr id="69" name="Group 68">
              <a:extLst>
                <a:ext uri="{FF2B5EF4-FFF2-40B4-BE49-F238E27FC236}">
                  <a16:creationId xmlns:a16="http://schemas.microsoft.com/office/drawing/2014/main" id="{19FFB7A7-54D9-3943-870E-436DC3343D7C}"/>
                </a:ext>
              </a:extLst>
            </p:cNvPr>
            <p:cNvGrpSpPr/>
            <p:nvPr/>
          </p:nvGrpSpPr>
          <p:grpSpPr>
            <a:xfrm>
              <a:off x="1240735" y="4762367"/>
              <a:ext cx="304854" cy="299474"/>
              <a:chOff x="5775952" y="3118068"/>
              <a:chExt cx="316518" cy="310932"/>
            </a:xfrm>
          </p:grpSpPr>
          <p:sp>
            <p:nvSpPr>
              <p:cNvPr id="70" name="Rounded Rectangle 69">
                <a:extLst>
                  <a:ext uri="{FF2B5EF4-FFF2-40B4-BE49-F238E27FC236}">
                    <a16:creationId xmlns:a16="http://schemas.microsoft.com/office/drawing/2014/main" id="{5A58217C-198D-5649-8066-E7BB7E1E94D2}"/>
                  </a:ext>
                </a:extLst>
              </p:cNvPr>
              <p:cNvSpPr/>
              <p:nvPr/>
            </p:nvSpPr>
            <p:spPr>
              <a:xfrm>
                <a:off x="5775952" y="3118068"/>
                <a:ext cx="159227" cy="310932"/>
              </a:xfrm>
              <a:prstGeom prst="roundRect">
                <a:avLst/>
              </a:prstGeom>
              <a:solidFill>
                <a:srgbClr val="DED59B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71" name="Rounded Rectangle 70">
                <a:extLst>
                  <a:ext uri="{FF2B5EF4-FFF2-40B4-BE49-F238E27FC236}">
                    <a16:creationId xmlns:a16="http://schemas.microsoft.com/office/drawing/2014/main" id="{345BC1FE-74C3-0547-95B4-2D753E496BA4}"/>
                  </a:ext>
                </a:extLst>
              </p:cNvPr>
              <p:cNvSpPr/>
              <p:nvPr/>
            </p:nvSpPr>
            <p:spPr>
              <a:xfrm>
                <a:off x="5933243" y="3118068"/>
                <a:ext cx="159227" cy="310932"/>
              </a:xfrm>
              <a:prstGeom prst="roundRect">
                <a:avLst/>
              </a:prstGeom>
              <a:solidFill>
                <a:srgbClr val="4A69A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72" name="Group 71">
              <a:extLst>
                <a:ext uri="{FF2B5EF4-FFF2-40B4-BE49-F238E27FC236}">
                  <a16:creationId xmlns:a16="http://schemas.microsoft.com/office/drawing/2014/main" id="{90A4CCFA-2968-1B4E-AF36-C42876457BB3}"/>
                </a:ext>
              </a:extLst>
            </p:cNvPr>
            <p:cNvGrpSpPr/>
            <p:nvPr/>
          </p:nvGrpSpPr>
          <p:grpSpPr>
            <a:xfrm>
              <a:off x="1239803" y="5126496"/>
              <a:ext cx="304854" cy="299474"/>
              <a:chOff x="5775952" y="3118068"/>
              <a:chExt cx="316518" cy="310932"/>
            </a:xfrm>
          </p:grpSpPr>
          <p:sp>
            <p:nvSpPr>
              <p:cNvPr id="73" name="Rounded Rectangle 72">
                <a:extLst>
                  <a:ext uri="{FF2B5EF4-FFF2-40B4-BE49-F238E27FC236}">
                    <a16:creationId xmlns:a16="http://schemas.microsoft.com/office/drawing/2014/main" id="{1284038F-DC42-B147-ACC7-5D867D20A360}"/>
                  </a:ext>
                </a:extLst>
              </p:cNvPr>
              <p:cNvSpPr/>
              <p:nvPr/>
            </p:nvSpPr>
            <p:spPr>
              <a:xfrm>
                <a:off x="5775952" y="3118068"/>
                <a:ext cx="159227" cy="310932"/>
              </a:xfrm>
              <a:prstGeom prst="roundRect">
                <a:avLst/>
              </a:prstGeom>
              <a:solidFill>
                <a:srgbClr val="6BD9ED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74" name="Rounded Rectangle 73">
                <a:extLst>
                  <a:ext uri="{FF2B5EF4-FFF2-40B4-BE49-F238E27FC236}">
                    <a16:creationId xmlns:a16="http://schemas.microsoft.com/office/drawing/2014/main" id="{EA290626-6A55-4542-AFEA-92368CA0A89C}"/>
                  </a:ext>
                </a:extLst>
              </p:cNvPr>
              <p:cNvSpPr/>
              <p:nvPr/>
            </p:nvSpPr>
            <p:spPr>
              <a:xfrm>
                <a:off x="5933243" y="3118068"/>
                <a:ext cx="159227" cy="310932"/>
              </a:xfrm>
              <a:prstGeom prst="roundRect">
                <a:avLst/>
              </a:prstGeom>
              <a:solidFill>
                <a:srgbClr val="D18349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75" name="Group 74">
              <a:extLst>
                <a:ext uri="{FF2B5EF4-FFF2-40B4-BE49-F238E27FC236}">
                  <a16:creationId xmlns:a16="http://schemas.microsoft.com/office/drawing/2014/main" id="{FC1E25EB-F234-DF40-8283-25D8CC57E611}"/>
                </a:ext>
              </a:extLst>
            </p:cNvPr>
            <p:cNvGrpSpPr/>
            <p:nvPr/>
          </p:nvGrpSpPr>
          <p:grpSpPr>
            <a:xfrm>
              <a:off x="1238871" y="5497689"/>
              <a:ext cx="304854" cy="299474"/>
              <a:chOff x="5775952" y="3118068"/>
              <a:chExt cx="316518" cy="310932"/>
            </a:xfrm>
          </p:grpSpPr>
          <p:sp>
            <p:nvSpPr>
              <p:cNvPr id="76" name="Rounded Rectangle 75">
                <a:extLst>
                  <a:ext uri="{FF2B5EF4-FFF2-40B4-BE49-F238E27FC236}">
                    <a16:creationId xmlns:a16="http://schemas.microsoft.com/office/drawing/2014/main" id="{FC41E411-47C2-4443-9D96-041B924B1502}"/>
                  </a:ext>
                </a:extLst>
              </p:cNvPr>
              <p:cNvSpPr/>
              <p:nvPr/>
            </p:nvSpPr>
            <p:spPr>
              <a:xfrm>
                <a:off x="5775952" y="3118068"/>
                <a:ext cx="159227" cy="310932"/>
              </a:xfrm>
              <a:prstGeom prst="roundRect">
                <a:avLst/>
              </a:prstGeom>
              <a:solidFill>
                <a:srgbClr val="860138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77" name="Rounded Rectangle 76">
                <a:extLst>
                  <a:ext uri="{FF2B5EF4-FFF2-40B4-BE49-F238E27FC236}">
                    <a16:creationId xmlns:a16="http://schemas.microsoft.com/office/drawing/2014/main" id="{16F12825-39A4-E643-A09E-7D42014D4AFE}"/>
                  </a:ext>
                </a:extLst>
              </p:cNvPr>
              <p:cNvSpPr/>
              <p:nvPr/>
            </p:nvSpPr>
            <p:spPr>
              <a:xfrm>
                <a:off x="5933243" y="3118068"/>
                <a:ext cx="159227" cy="310932"/>
              </a:xfrm>
              <a:prstGeom prst="roundRect">
                <a:avLst/>
              </a:prstGeom>
              <a:solidFill>
                <a:srgbClr val="6FBB98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79" name="Group 78">
              <a:extLst>
                <a:ext uri="{FF2B5EF4-FFF2-40B4-BE49-F238E27FC236}">
                  <a16:creationId xmlns:a16="http://schemas.microsoft.com/office/drawing/2014/main" id="{72A8E4F2-B13D-CD42-81B1-59742785EA71}"/>
                </a:ext>
              </a:extLst>
            </p:cNvPr>
            <p:cNvGrpSpPr/>
            <p:nvPr/>
          </p:nvGrpSpPr>
          <p:grpSpPr>
            <a:xfrm>
              <a:off x="1237939" y="4244969"/>
              <a:ext cx="304854" cy="299474"/>
              <a:chOff x="5775952" y="3118068"/>
              <a:chExt cx="316518" cy="310932"/>
            </a:xfrm>
          </p:grpSpPr>
          <p:sp>
            <p:nvSpPr>
              <p:cNvPr id="80" name="Rounded Rectangle 79">
                <a:extLst>
                  <a:ext uri="{FF2B5EF4-FFF2-40B4-BE49-F238E27FC236}">
                    <a16:creationId xmlns:a16="http://schemas.microsoft.com/office/drawing/2014/main" id="{8C41887B-B84D-0648-A86E-C81F7FBD58D6}"/>
                  </a:ext>
                </a:extLst>
              </p:cNvPr>
              <p:cNvSpPr/>
              <p:nvPr/>
            </p:nvSpPr>
            <p:spPr>
              <a:xfrm>
                <a:off x="5775952" y="3118068"/>
                <a:ext cx="159227" cy="310932"/>
              </a:xfrm>
              <a:prstGeom prst="roundRect">
                <a:avLst/>
              </a:prstGeom>
              <a:solidFill>
                <a:schemeClr val="bg1">
                  <a:lumMod val="85000"/>
                </a:schemeClr>
              </a:solidFill>
              <a:ln w="9525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i</a:t>
                </a:r>
              </a:p>
            </p:txBody>
          </p:sp>
          <p:sp>
            <p:nvSpPr>
              <p:cNvPr id="81" name="Rounded Rectangle 80">
                <a:extLst>
                  <a:ext uri="{FF2B5EF4-FFF2-40B4-BE49-F238E27FC236}">
                    <a16:creationId xmlns:a16="http://schemas.microsoft.com/office/drawing/2014/main" id="{84BA931A-0202-AC49-93B1-DA00ECF62D13}"/>
                  </a:ext>
                </a:extLst>
              </p:cNvPr>
              <p:cNvSpPr/>
              <p:nvPr/>
            </p:nvSpPr>
            <p:spPr>
              <a:xfrm>
                <a:off x="5933243" y="3118068"/>
                <a:ext cx="159227" cy="310932"/>
              </a:xfrm>
              <a:prstGeom prst="roundRect">
                <a:avLst/>
              </a:prstGeom>
              <a:solidFill>
                <a:schemeClr val="bg2">
                  <a:lumMod val="75000"/>
                </a:schemeClr>
              </a:solidFill>
              <a:ln w="9525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j</a:t>
                </a:r>
                <a:endParaRPr lang="en-US" dirty="0"/>
              </a:p>
            </p:txBody>
          </p:sp>
        </p:grpSp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B7B6EC3A-C2DF-4645-A0A9-13C0BBB90A43}"/>
                </a:ext>
              </a:extLst>
            </p:cNvPr>
            <p:cNvGrpSpPr/>
            <p:nvPr/>
          </p:nvGrpSpPr>
          <p:grpSpPr>
            <a:xfrm>
              <a:off x="2456485" y="5126495"/>
              <a:ext cx="304840" cy="299475"/>
              <a:chOff x="5775966" y="3118068"/>
              <a:chExt cx="316504" cy="310933"/>
            </a:xfrm>
          </p:grpSpPr>
          <p:sp>
            <p:nvSpPr>
              <p:cNvPr id="28" name="Rounded Rectangle 27">
                <a:extLst>
                  <a:ext uri="{FF2B5EF4-FFF2-40B4-BE49-F238E27FC236}">
                    <a16:creationId xmlns:a16="http://schemas.microsoft.com/office/drawing/2014/main" id="{0E45844A-EC3D-5D47-8666-37726444C331}"/>
                  </a:ext>
                </a:extLst>
              </p:cNvPr>
              <p:cNvSpPr/>
              <p:nvPr/>
            </p:nvSpPr>
            <p:spPr>
              <a:xfrm>
                <a:off x="5775966" y="3118069"/>
                <a:ext cx="159227" cy="310932"/>
              </a:xfrm>
              <a:prstGeom prst="roundRect">
                <a:avLst/>
              </a:prstGeom>
              <a:solidFill>
                <a:srgbClr val="4A69A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29" name="Rounded Rectangle 28">
                <a:extLst>
                  <a:ext uri="{FF2B5EF4-FFF2-40B4-BE49-F238E27FC236}">
                    <a16:creationId xmlns:a16="http://schemas.microsoft.com/office/drawing/2014/main" id="{9B395206-02E1-CE45-904B-2FAF0551730E}"/>
                  </a:ext>
                </a:extLst>
              </p:cNvPr>
              <p:cNvSpPr/>
              <p:nvPr/>
            </p:nvSpPr>
            <p:spPr>
              <a:xfrm>
                <a:off x="5933243" y="3118068"/>
                <a:ext cx="159227" cy="310932"/>
              </a:xfrm>
              <a:prstGeom prst="roundRect">
                <a:avLst/>
              </a:prstGeom>
              <a:solidFill>
                <a:srgbClr val="62C7D9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31" name="Group 30">
              <a:extLst>
                <a:ext uri="{FF2B5EF4-FFF2-40B4-BE49-F238E27FC236}">
                  <a16:creationId xmlns:a16="http://schemas.microsoft.com/office/drawing/2014/main" id="{890B0DAD-45BE-DC4F-8BB6-D4535DF2E871}"/>
                </a:ext>
              </a:extLst>
            </p:cNvPr>
            <p:cNvGrpSpPr/>
            <p:nvPr/>
          </p:nvGrpSpPr>
          <p:grpSpPr>
            <a:xfrm>
              <a:off x="2455539" y="5497688"/>
              <a:ext cx="304854" cy="299474"/>
              <a:chOff x="5775952" y="3118068"/>
              <a:chExt cx="316518" cy="310932"/>
            </a:xfrm>
          </p:grpSpPr>
          <p:sp>
            <p:nvSpPr>
              <p:cNvPr id="32" name="Rounded Rectangle 31">
                <a:extLst>
                  <a:ext uri="{FF2B5EF4-FFF2-40B4-BE49-F238E27FC236}">
                    <a16:creationId xmlns:a16="http://schemas.microsoft.com/office/drawing/2014/main" id="{C3A0FCBC-35C1-3743-A1F8-AE4EC9994012}"/>
                  </a:ext>
                </a:extLst>
              </p:cNvPr>
              <p:cNvSpPr/>
              <p:nvPr/>
            </p:nvSpPr>
            <p:spPr>
              <a:xfrm>
                <a:off x="5775952" y="3118068"/>
                <a:ext cx="159227" cy="310932"/>
              </a:xfrm>
              <a:prstGeom prst="roundRect">
                <a:avLst/>
              </a:prstGeom>
              <a:solidFill>
                <a:srgbClr val="6FBB98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33" name="Rounded Rectangle 32">
                <a:extLst>
                  <a:ext uri="{FF2B5EF4-FFF2-40B4-BE49-F238E27FC236}">
                    <a16:creationId xmlns:a16="http://schemas.microsoft.com/office/drawing/2014/main" id="{B2018B98-782C-8747-AC6B-F7168EB10928}"/>
                  </a:ext>
                </a:extLst>
              </p:cNvPr>
              <p:cNvSpPr/>
              <p:nvPr/>
            </p:nvSpPr>
            <p:spPr>
              <a:xfrm>
                <a:off x="5933243" y="3118068"/>
                <a:ext cx="159227" cy="310932"/>
              </a:xfrm>
              <a:prstGeom prst="roundRect">
                <a:avLst/>
              </a:prstGeom>
              <a:solidFill>
                <a:srgbClr val="860138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6CD0A1E2-54E5-2A45-9573-9A9F0494F9D4}"/>
                </a:ext>
              </a:extLst>
            </p:cNvPr>
            <p:cNvGrpSpPr/>
            <p:nvPr/>
          </p:nvGrpSpPr>
          <p:grpSpPr>
            <a:xfrm>
              <a:off x="2455539" y="4762366"/>
              <a:ext cx="304854" cy="299474"/>
              <a:chOff x="5775952" y="3118068"/>
              <a:chExt cx="316518" cy="310932"/>
            </a:xfrm>
          </p:grpSpPr>
          <p:sp>
            <p:nvSpPr>
              <p:cNvPr id="35" name="Rounded Rectangle 34">
                <a:extLst>
                  <a:ext uri="{FF2B5EF4-FFF2-40B4-BE49-F238E27FC236}">
                    <a16:creationId xmlns:a16="http://schemas.microsoft.com/office/drawing/2014/main" id="{DCE75C15-EE6F-9B49-8261-685BB5748A62}"/>
                  </a:ext>
                </a:extLst>
              </p:cNvPr>
              <p:cNvSpPr/>
              <p:nvPr/>
            </p:nvSpPr>
            <p:spPr>
              <a:xfrm>
                <a:off x="5775952" y="3118068"/>
                <a:ext cx="159227" cy="310932"/>
              </a:xfrm>
              <a:prstGeom prst="roundRect">
                <a:avLst/>
              </a:prstGeom>
              <a:solidFill>
                <a:srgbClr val="DED59B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36" name="Rounded Rectangle 35">
                <a:extLst>
                  <a:ext uri="{FF2B5EF4-FFF2-40B4-BE49-F238E27FC236}">
                    <a16:creationId xmlns:a16="http://schemas.microsoft.com/office/drawing/2014/main" id="{A2D2FAFE-3C94-634D-A755-3C99C3175DC9}"/>
                  </a:ext>
                </a:extLst>
              </p:cNvPr>
              <p:cNvSpPr/>
              <p:nvPr/>
            </p:nvSpPr>
            <p:spPr>
              <a:xfrm>
                <a:off x="5933243" y="3118068"/>
                <a:ext cx="159227" cy="310932"/>
              </a:xfrm>
              <a:prstGeom prst="roundRect">
                <a:avLst/>
              </a:prstGeom>
              <a:solidFill>
                <a:srgbClr val="B7724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14B6CFB5-6EE6-FF41-B10A-CEFD6AC81439}"/>
                </a:ext>
              </a:extLst>
            </p:cNvPr>
            <p:cNvSpPr txBox="1"/>
            <p:nvPr/>
          </p:nvSpPr>
          <p:spPr>
            <a:xfrm>
              <a:off x="1134106" y="5749355"/>
              <a:ext cx="565684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dirty="0">
                  <a:latin typeface="Arial" panose="020B0604020202020204" pitchFamily="34" charset="0"/>
                  <a:cs typeface="Arial" panose="020B0604020202020204" pitchFamily="34" charset="0"/>
                </a:rPr>
                <a:t>orig*</a:t>
              </a:r>
            </a:p>
          </p:txBody>
        </p: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8AD635A3-A0E7-2349-BCE7-8CFE3D033242}"/>
                </a:ext>
              </a:extLst>
            </p:cNvPr>
            <p:cNvSpPr txBox="1"/>
            <p:nvPr/>
          </p:nvSpPr>
          <p:spPr>
            <a:xfrm>
              <a:off x="2356226" y="5743808"/>
              <a:ext cx="681575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dirty="0">
                  <a:latin typeface="Arial" panose="020B0604020202020204" pitchFamily="34" charset="0"/>
                  <a:cs typeface="Arial" panose="020B0604020202020204" pitchFamily="34" charset="0"/>
                </a:rPr>
                <a:t>new*</a:t>
              </a:r>
            </a:p>
          </p:txBody>
        </p:sp>
        <p:cxnSp>
          <p:nvCxnSpPr>
            <p:cNvPr id="4" name="Straight Arrow Connector 3">
              <a:extLst>
                <a:ext uri="{FF2B5EF4-FFF2-40B4-BE49-F238E27FC236}">
                  <a16:creationId xmlns:a16="http://schemas.microsoft.com/office/drawing/2014/main" id="{858FF591-AFEC-6B4C-BD17-1BB3A23CA37C}"/>
                </a:ext>
              </a:extLst>
            </p:cNvPr>
            <p:cNvCxnSpPr>
              <a:cxnSpLocks/>
            </p:cNvCxnSpPr>
            <p:nvPr/>
          </p:nvCxnSpPr>
          <p:spPr>
            <a:xfrm>
              <a:off x="1607560" y="5276232"/>
              <a:ext cx="778696" cy="0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A8BA2B48-A7B3-8C4D-A9F4-050C9C4EAB9A}"/>
                </a:ext>
              </a:extLst>
            </p:cNvPr>
            <p:cNvSpPr txBox="1"/>
            <p:nvPr/>
          </p:nvSpPr>
          <p:spPr>
            <a:xfrm>
              <a:off x="1614886" y="4988426"/>
              <a:ext cx="773669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 dirty="0">
                  <a:latin typeface="Arial" panose="020B0604020202020204" pitchFamily="34" charset="0"/>
                  <a:cs typeface="Arial" panose="020B0604020202020204" pitchFamily="34" charset="0"/>
                </a:rPr>
                <a:t>shuffle</a:t>
              </a:r>
            </a:p>
          </p:txBody>
        </p:sp>
        <p:grpSp>
          <p:nvGrpSpPr>
            <p:cNvPr id="47" name="Group 46">
              <a:extLst>
                <a:ext uri="{FF2B5EF4-FFF2-40B4-BE49-F238E27FC236}">
                  <a16:creationId xmlns:a16="http://schemas.microsoft.com/office/drawing/2014/main" id="{774444CA-4B29-8946-AEF6-0C191BEF5B97}"/>
                </a:ext>
              </a:extLst>
            </p:cNvPr>
            <p:cNvGrpSpPr/>
            <p:nvPr/>
          </p:nvGrpSpPr>
          <p:grpSpPr>
            <a:xfrm>
              <a:off x="2452457" y="4239056"/>
              <a:ext cx="304854" cy="299474"/>
              <a:chOff x="5775952" y="3118068"/>
              <a:chExt cx="316518" cy="310932"/>
            </a:xfrm>
          </p:grpSpPr>
          <p:sp>
            <p:nvSpPr>
              <p:cNvPr id="54" name="Rounded Rectangle 53">
                <a:extLst>
                  <a:ext uri="{FF2B5EF4-FFF2-40B4-BE49-F238E27FC236}">
                    <a16:creationId xmlns:a16="http://schemas.microsoft.com/office/drawing/2014/main" id="{C1D5B1C9-D531-B14C-9F5D-112AA5BEB16D}"/>
                  </a:ext>
                </a:extLst>
              </p:cNvPr>
              <p:cNvSpPr/>
              <p:nvPr/>
            </p:nvSpPr>
            <p:spPr>
              <a:xfrm>
                <a:off x="5775952" y="3118068"/>
                <a:ext cx="159227" cy="310932"/>
              </a:xfrm>
              <a:prstGeom prst="roundRect">
                <a:avLst/>
              </a:prstGeom>
              <a:solidFill>
                <a:schemeClr val="bg1">
                  <a:lumMod val="85000"/>
                </a:schemeClr>
              </a:solidFill>
              <a:ln w="9525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i</a:t>
                </a:r>
              </a:p>
            </p:txBody>
          </p:sp>
          <p:sp>
            <p:nvSpPr>
              <p:cNvPr id="55" name="Rounded Rectangle 54">
                <a:extLst>
                  <a:ext uri="{FF2B5EF4-FFF2-40B4-BE49-F238E27FC236}">
                    <a16:creationId xmlns:a16="http://schemas.microsoft.com/office/drawing/2014/main" id="{9DB9E02F-6BF4-B04D-A29D-CB6AE63FD4A9}"/>
                  </a:ext>
                </a:extLst>
              </p:cNvPr>
              <p:cNvSpPr/>
              <p:nvPr/>
            </p:nvSpPr>
            <p:spPr>
              <a:xfrm>
                <a:off x="5933243" y="3118068"/>
                <a:ext cx="159227" cy="310932"/>
              </a:xfrm>
              <a:prstGeom prst="roundRect">
                <a:avLst/>
              </a:prstGeom>
              <a:solidFill>
                <a:schemeClr val="bg2">
                  <a:lumMod val="75000"/>
                </a:schemeClr>
              </a:solidFill>
              <a:ln w="9525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j</a:t>
                </a:r>
                <a:endParaRPr lang="en-US" dirty="0"/>
              </a:p>
            </p:txBody>
          </p:sp>
        </p:grpSp>
        <p:sp>
          <p:nvSpPr>
            <p:cNvPr id="56" name="TextBox 55">
              <a:extLst>
                <a:ext uri="{FF2B5EF4-FFF2-40B4-BE49-F238E27FC236}">
                  <a16:creationId xmlns:a16="http://schemas.microsoft.com/office/drawing/2014/main" id="{B6706112-BC15-9C43-99CD-1516E57B7003}"/>
                </a:ext>
              </a:extLst>
            </p:cNvPr>
            <p:cNvSpPr txBox="1"/>
            <p:nvPr/>
          </p:nvSpPr>
          <p:spPr>
            <a:xfrm>
              <a:off x="2713644" y="5122343"/>
              <a:ext cx="35126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dirty="0">
                  <a:solidFill>
                    <a:srgbClr val="FF0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╳</a:t>
              </a:r>
            </a:p>
          </p:txBody>
        </p:sp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0714BD0B-CB58-3140-B8AD-C7FD3D7D7612}"/>
                </a:ext>
              </a:extLst>
            </p:cNvPr>
            <p:cNvSpPr txBox="1"/>
            <p:nvPr/>
          </p:nvSpPr>
          <p:spPr>
            <a:xfrm>
              <a:off x="2713644" y="5493536"/>
              <a:ext cx="35126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dirty="0">
                  <a:solidFill>
                    <a:srgbClr val="FF0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╳</a:t>
              </a:r>
            </a:p>
          </p:txBody>
        </p:sp>
        <p:sp>
          <p:nvSpPr>
            <p:cNvPr id="59" name="TextBox 58">
              <a:extLst>
                <a:ext uri="{FF2B5EF4-FFF2-40B4-BE49-F238E27FC236}">
                  <a16:creationId xmlns:a16="http://schemas.microsoft.com/office/drawing/2014/main" id="{FD88F0DF-2F1C-344A-907C-741938B89EE1}"/>
                </a:ext>
              </a:extLst>
            </p:cNvPr>
            <p:cNvSpPr txBox="1"/>
            <p:nvPr/>
          </p:nvSpPr>
          <p:spPr>
            <a:xfrm>
              <a:off x="2712698" y="4734452"/>
              <a:ext cx="351267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000" b="1" dirty="0">
                  <a:solidFill>
                    <a:srgbClr val="00B05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✓</a:t>
              </a:r>
            </a:p>
          </p:txBody>
        </p:sp>
        <p:sp>
          <p:nvSpPr>
            <p:cNvPr id="60" name="TextBox 59">
              <a:extLst>
                <a:ext uri="{FF2B5EF4-FFF2-40B4-BE49-F238E27FC236}">
                  <a16:creationId xmlns:a16="http://schemas.microsoft.com/office/drawing/2014/main" id="{8976CAFE-0458-2E43-A064-886DF39B5365}"/>
                </a:ext>
              </a:extLst>
            </p:cNvPr>
            <p:cNvSpPr txBox="1"/>
            <p:nvPr/>
          </p:nvSpPr>
          <p:spPr>
            <a:xfrm>
              <a:off x="3075682" y="4758214"/>
              <a:ext cx="629178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dirty="0">
                  <a:solidFill>
                    <a:srgbClr val="00B05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valid</a:t>
              </a:r>
            </a:p>
          </p:txBody>
        </p:sp>
        <p:sp>
          <p:nvSpPr>
            <p:cNvPr id="61" name="TextBox 60">
              <a:extLst>
                <a:ext uri="{FF2B5EF4-FFF2-40B4-BE49-F238E27FC236}">
                  <a16:creationId xmlns:a16="http://schemas.microsoft.com/office/drawing/2014/main" id="{27FC664F-7CFD-084B-BF21-DAF5F132CA58}"/>
                </a:ext>
              </a:extLst>
            </p:cNvPr>
            <p:cNvSpPr txBox="1"/>
            <p:nvPr/>
          </p:nvSpPr>
          <p:spPr>
            <a:xfrm>
              <a:off x="3075681" y="5046856"/>
              <a:ext cx="1945470" cy="4924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just"/>
              <a:r>
                <a:rPr lang="en-US" sz="1300" dirty="0">
                  <a:solidFill>
                    <a:srgbClr val="FF0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distance between </a:t>
              </a:r>
              <a:r>
                <a:rPr lang="en-US" sz="1300" b="1" i="1" dirty="0">
                  <a:solidFill>
                    <a:srgbClr val="FF0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i</a:t>
              </a:r>
              <a:r>
                <a:rPr lang="en-US" sz="1300" dirty="0">
                  <a:solidFill>
                    <a:srgbClr val="FF0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and </a:t>
              </a:r>
              <a:r>
                <a:rPr lang="en-US" sz="1300" b="1" i="1" dirty="0">
                  <a:solidFill>
                    <a:srgbClr val="FF0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j</a:t>
              </a:r>
              <a:r>
                <a:rPr lang="en-US" sz="1300" dirty="0">
                  <a:solidFill>
                    <a:srgbClr val="FF0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not greater than 2Mb</a:t>
              </a:r>
            </a:p>
          </p:txBody>
        </p:sp>
        <p:sp>
          <p:nvSpPr>
            <p:cNvPr id="62" name="TextBox 61">
              <a:extLst>
                <a:ext uri="{FF2B5EF4-FFF2-40B4-BE49-F238E27FC236}">
                  <a16:creationId xmlns:a16="http://schemas.microsoft.com/office/drawing/2014/main" id="{CF53A2F4-B774-9A4C-A26B-FA7E866BC103}"/>
                </a:ext>
              </a:extLst>
            </p:cNvPr>
            <p:cNvSpPr txBox="1"/>
            <p:nvPr/>
          </p:nvSpPr>
          <p:spPr>
            <a:xfrm>
              <a:off x="3076869" y="5499498"/>
              <a:ext cx="2166166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just"/>
              <a:r>
                <a:rPr lang="en-US" sz="1400" b="1" i="1" dirty="0">
                  <a:solidFill>
                    <a:srgbClr val="FF0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i</a:t>
              </a:r>
              <a:r>
                <a:rPr lang="en-US" sz="1400" dirty="0">
                  <a:solidFill>
                    <a:srgbClr val="FF0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&gt; </a:t>
              </a:r>
              <a:r>
                <a:rPr lang="en-US" sz="1400" b="1" i="1" dirty="0">
                  <a:solidFill>
                    <a:srgbClr val="FF0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j</a:t>
              </a:r>
              <a:r>
                <a:rPr lang="en-US" sz="1400" dirty="0">
                  <a:solidFill>
                    <a:srgbClr val="FF0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&amp; present in orig set</a:t>
              </a:r>
            </a:p>
          </p:txBody>
        </p:sp>
      </p:grp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FF40C9C0-F4F5-6846-B965-91C2E0962405}"/>
              </a:ext>
            </a:extLst>
          </p:cNvPr>
          <p:cNvCxnSpPr>
            <a:cxnSpLocks/>
          </p:cNvCxnSpPr>
          <p:nvPr/>
        </p:nvCxnSpPr>
        <p:spPr>
          <a:xfrm flipV="1">
            <a:off x="1347502" y="483501"/>
            <a:ext cx="1374478" cy="499042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" name="Rectangle 9">
            <a:extLst>
              <a:ext uri="{FF2B5EF4-FFF2-40B4-BE49-F238E27FC236}">
                <a16:creationId xmlns:a16="http://schemas.microsoft.com/office/drawing/2014/main" id="{81F22AF1-2EAD-9F4C-BE9F-8D840527F503}"/>
              </a:ext>
            </a:extLst>
          </p:cNvPr>
          <p:cNvSpPr/>
          <p:nvPr/>
        </p:nvSpPr>
        <p:spPr>
          <a:xfrm>
            <a:off x="2721987" y="483502"/>
            <a:ext cx="2902673" cy="210007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7A67F496-C5E0-C243-A114-99735D499282}"/>
              </a:ext>
            </a:extLst>
          </p:cNvPr>
          <p:cNvCxnSpPr>
            <a:cxnSpLocks/>
          </p:cNvCxnSpPr>
          <p:nvPr/>
        </p:nvCxnSpPr>
        <p:spPr>
          <a:xfrm>
            <a:off x="1331069" y="1050117"/>
            <a:ext cx="1390917" cy="1533463"/>
          </a:xfrm>
          <a:prstGeom prst="line">
            <a:avLst/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8" name="Rectangle 77">
            <a:extLst>
              <a:ext uri="{FF2B5EF4-FFF2-40B4-BE49-F238E27FC236}">
                <a16:creationId xmlns:a16="http://schemas.microsoft.com/office/drawing/2014/main" id="{DFEC6C9C-2230-2648-A7DA-B402E592029D}"/>
              </a:ext>
            </a:extLst>
          </p:cNvPr>
          <p:cNvSpPr/>
          <p:nvPr/>
        </p:nvSpPr>
        <p:spPr>
          <a:xfrm>
            <a:off x="1235105" y="982543"/>
            <a:ext cx="109416" cy="7916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F78FE8E0-0140-7C4C-8F0C-3EAB74563682}"/>
              </a:ext>
            </a:extLst>
          </p:cNvPr>
          <p:cNvGrpSpPr/>
          <p:nvPr/>
        </p:nvGrpSpPr>
        <p:grpSpPr>
          <a:xfrm>
            <a:off x="6182318" y="2432921"/>
            <a:ext cx="2912734" cy="400110"/>
            <a:chOff x="979762" y="5621563"/>
            <a:chExt cx="2912734" cy="400110"/>
          </a:xfrm>
        </p:grpSpPr>
        <p:sp>
          <p:nvSpPr>
            <p:cNvPr id="64" name="TextBox 63">
              <a:extLst>
                <a:ext uri="{FF2B5EF4-FFF2-40B4-BE49-F238E27FC236}">
                  <a16:creationId xmlns:a16="http://schemas.microsoft.com/office/drawing/2014/main" id="{7D4AC1EF-C6EB-1E4A-92A6-06488DB68B37}"/>
                </a:ext>
              </a:extLst>
            </p:cNvPr>
            <p:cNvSpPr txBox="1"/>
            <p:nvPr/>
          </p:nvSpPr>
          <p:spPr>
            <a:xfrm>
              <a:off x="979762" y="5621563"/>
              <a:ext cx="369524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latin typeface="Arial" panose="020B0604020202020204" pitchFamily="34" charset="0"/>
                  <a:cs typeface="Arial" panose="020B0604020202020204" pitchFamily="34" charset="0"/>
                </a:rPr>
                <a:t>*</a:t>
              </a:r>
            </a:p>
          </p:txBody>
        </p:sp>
        <p:sp>
          <p:nvSpPr>
            <p:cNvPr id="82" name="TextBox 81">
              <a:extLst>
                <a:ext uri="{FF2B5EF4-FFF2-40B4-BE49-F238E27FC236}">
                  <a16:creationId xmlns:a16="http://schemas.microsoft.com/office/drawing/2014/main" id="{5C17D1F0-B585-FB46-9C70-FC0F11EC9422}"/>
                </a:ext>
              </a:extLst>
            </p:cNvPr>
            <p:cNvSpPr txBox="1"/>
            <p:nvPr/>
          </p:nvSpPr>
          <p:spPr>
            <a:xfrm>
              <a:off x="1099228" y="5641374"/>
              <a:ext cx="279326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>
                  <a:latin typeface="Arial" panose="020B0604020202020204" pitchFamily="34" charset="0"/>
                  <a:cs typeface="Arial" panose="020B0604020202020204" pitchFamily="34" charset="0"/>
                </a:rPr>
                <a:t>A set should contain unique contacts. </a:t>
              </a:r>
            </a:p>
          </p:txBody>
        </p:sp>
      </p:grpSp>
      <p:sp>
        <p:nvSpPr>
          <p:cNvPr id="86" name="TextBox 85">
            <a:extLst>
              <a:ext uri="{FF2B5EF4-FFF2-40B4-BE49-F238E27FC236}">
                <a16:creationId xmlns:a16="http://schemas.microsoft.com/office/drawing/2014/main" id="{C8EE6E1A-464F-C84F-823F-018D466BC27C}"/>
              </a:ext>
            </a:extLst>
          </p:cNvPr>
          <p:cNvSpPr txBox="1"/>
          <p:nvPr/>
        </p:nvSpPr>
        <p:spPr>
          <a:xfrm>
            <a:off x="5750831" y="114169"/>
            <a:ext cx="93365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TASK:</a:t>
            </a:r>
          </a:p>
        </p:txBody>
      </p:sp>
    </p:spTree>
    <p:extLst>
      <p:ext uri="{BB962C8B-B14F-4D97-AF65-F5344CB8AC3E}">
        <p14:creationId xmlns:p14="http://schemas.microsoft.com/office/powerpoint/2010/main" val="157584806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close up of a coral&#10;&#10;Description automatically generated">
            <a:extLst>
              <a:ext uri="{FF2B5EF4-FFF2-40B4-BE49-F238E27FC236}">
                <a16:creationId xmlns:a16="http://schemas.microsoft.com/office/drawing/2014/main" id="{18BCA4B9-4112-0640-A084-9D1E6A72D67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8" y="98313"/>
            <a:ext cx="2696588" cy="2683105"/>
          </a:xfrm>
          <a:prstGeom prst="rect">
            <a:avLst/>
          </a:prstGeom>
        </p:spPr>
      </p:pic>
      <mc:AlternateContent xmlns:mc="http://schemas.openxmlformats.org/markup-compatibility/2006">
        <mc:Choice xmlns:p14="http://schemas.microsoft.com/office/powerpoint/2010/main" Requires="p14">
          <p:contentPart p14:bwMode="auto" r:id="rId4">
            <p14:nvContentPartPr>
              <p14:cNvPr id="30" name="Ink 29">
                <a:extLst>
                  <a:ext uri="{FF2B5EF4-FFF2-40B4-BE49-F238E27FC236}">
                    <a16:creationId xmlns:a16="http://schemas.microsoft.com/office/drawing/2014/main" id="{8BD33D62-86EE-4A43-9565-C472D869CA54}"/>
                  </a:ext>
                </a:extLst>
              </p14:cNvPr>
              <p14:cNvContentPartPr/>
              <p14:nvPr/>
            </p14:nvContentPartPr>
            <p14:xfrm>
              <a:off x="-2131089" y="-720549"/>
              <a:ext cx="360" cy="360"/>
            </p14:xfrm>
          </p:contentPart>
        </mc:Choice>
        <mc:Fallback>
          <p:pic>
            <p:nvPicPr>
              <p:cNvPr id="30" name="Ink 29">
                <a:extLst>
                  <a:ext uri="{FF2B5EF4-FFF2-40B4-BE49-F238E27FC236}">
                    <a16:creationId xmlns:a16="http://schemas.microsoft.com/office/drawing/2014/main" id="{8BD33D62-86EE-4A43-9565-C472D869CA54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-2167089" y="-756549"/>
                <a:ext cx="72000" cy="72000"/>
              </a:xfrm>
              <a:prstGeom prst="rect">
                <a:avLst/>
              </a:prstGeom>
            </p:spPr>
          </p:pic>
        </mc:Fallback>
      </mc:AlternateContent>
      <p:sp>
        <p:nvSpPr>
          <p:cNvPr id="83" name="TextBox 82">
            <a:extLst>
              <a:ext uri="{FF2B5EF4-FFF2-40B4-BE49-F238E27FC236}">
                <a16:creationId xmlns:a16="http://schemas.microsoft.com/office/drawing/2014/main" id="{167164D5-945D-C341-B028-6479A84D0192}"/>
              </a:ext>
            </a:extLst>
          </p:cNvPr>
          <p:cNvSpPr txBox="1"/>
          <p:nvPr/>
        </p:nvSpPr>
        <p:spPr>
          <a:xfrm>
            <a:off x="3046119" y="2133419"/>
            <a:ext cx="72009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000" b="1" dirty="0">
                <a:solidFill>
                  <a:schemeClr val="accent5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genomic </a:t>
            </a:r>
          </a:p>
          <a:p>
            <a:pPr algn="r"/>
            <a:r>
              <a:rPr lang="en-US" sz="1000" b="1" dirty="0">
                <a:solidFill>
                  <a:schemeClr val="accent5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start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2A72AAF0-68F6-3D44-A76A-CA3312FC3656}"/>
              </a:ext>
            </a:extLst>
          </p:cNvPr>
          <p:cNvSpPr txBox="1"/>
          <p:nvPr/>
        </p:nvSpPr>
        <p:spPr>
          <a:xfrm>
            <a:off x="4710559" y="570568"/>
            <a:ext cx="77367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000" b="1" dirty="0">
                <a:solidFill>
                  <a:schemeClr val="accent5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genomic end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8166C904-4F5F-FE4E-8B0B-D846257D3E9A}"/>
              </a:ext>
            </a:extLst>
          </p:cNvPr>
          <p:cNvGrpSpPr/>
          <p:nvPr/>
        </p:nvGrpSpPr>
        <p:grpSpPr>
          <a:xfrm>
            <a:off x="5944347" y="624544"/>
            <a:ext cx="4041554" cy="1818076"/>
            <a:chOff x="1134106" y="4239056"/>
            <a:chExt cx="4041554" cy="1818076"/>
          </a:xfrm>
        </p:grpSpPr>
        <p:grpSp>
          <p:nvGrpSpPr>
            <p:cNvPr id="69" name="Group 68">
              <a:extLst>
                <a:ext uri="{FF2B5EF4-FFF2-40B4-BE49-F238E27FC236}">
                  <a16:creationId xmlns:a16="http://schemas.microsoft.com/office/drawing/2014/main" id="{19FFB7A7-54D9-3943-870E-436DC3343D7C}"/>
                </a:ext>
              </a:extLst>
            </p:cNvPr>
            <p:cNvGrpSpPr/>
            <p:nvPr/>
          </p:nvGrpSpPr>
          <p:grpSpPr>
            <a:xfrm>
              <a:off x="1240735" y="4762367"/>
              <a:ext cx="304854" cy="299474"/>
              <a:chOff x="5775952" y="3118068"/>
              <a:chExt cx="316518" cy="310932"/>
            </a:xfrm>
          </p:grpSpPr>
          <p:sp>
            <p:nvSpPr>
              <p:cNvPr id="70" name="Rounded Rectangle 69">
                <a:extLst>
                  <a:ext uri="{FF2B5EF4-FFF2-40B4-BE49-F238E27FC236}">
                    <a16:creationId xmlns:a16="http://schemas.microsoft.com/office/drawing/2014/main" id="{5A58217C-198D-5649-8066-E7BB7E1E94D2}"/>
                  </a:ext>
                </a:extLst>
              </p:cNvPr>
              <p:cNvSpPr/>
              <p:nvPr/>
            </p:nvSpPr>
            <p:spPr>
              <a:xfrm>
                <a:off x="5775952" y="3118068"/>
                <a:ext cx="159227" cy="310932"/>
              </a:xfrm>
              <a:prstGeom prst="roundRect">
                <a:avLst/>
              </a:prstGeom>
              <a:solidFill>
                <a:srgbClr val="DED59B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71" name="Rounded Rectangle 70">
                <a:extLst>
                  <a:ext uri="{FF2B5EF4-FFF2-40B4-BE49-F238E27FC236}">
                    <a16:creationId xmlns:a16="http://schemas.microsoft.com/office/drawing/2014/main" id="{345BC1FE-74C3-0547-95B4-2D753E496BA4}"/>
                  </a:ext>
                </a:extLst>
              </p:cNvPr>
              <p:cNvSpPr/>
              <p:nvPr/>
            </p:nvSpPr>
            <p:spPr>
              <a:xfrm>
                <a:off x="5933243" y="3118068"/>
                <a:ext cx="159227" cy="310932"/>
              </a:xfrm>
              <a:prstGeom prst="roundRect">
                <a:avLst/>
              </a:prstGeom>
              <a:solidFill>
                <a:srgbClr val="4A69A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72" name="Group 71">
              <a:extLst>
                <a:ext uri="{FF2B5EF4-FFF2-40B4-BE49-F238E27FC236}">
                  <a16:creationId xmlns:a16="http://schemas.microsoft.com/office/drawing/2014/main" id="{90A4CCFA-2968-1B4E-AF36-C42876457BB3}"/>
                </a:ext>
              </a:extLst>
            </p:cNvPr>
            <p:cNvGrpSpPr/>
            <p:nvPr/>
          </p:nvGrpSpPr>
          <p:grpSpPr>
            <a:xfrm>
              <a:off x="1239803" y="5126496"/>
              <a:ext cx="304854" cy="299474"/>
              <a:chOff x="5775952" y="3118068"/>
              <a:chExt cx="316518" cy="310932"/>
            </a:xfrm>
          </p:grpSpPr>
          <p:sp>
            <p:nvSpPr>
              <p:cNvPr id="73" name="Rounded Rectangle 72">
                <a:extLst>
                  <a:ext uri="{FF2B5EF4-FFF2-40B4-BE49-F238E27FC236}">
                    <a16:creationId xmlns:a16="http://schemas.microsoft.com/office/drawing/2014/main" id="{1284038F-DC42-B147-ACC7-5D867D20A360}"/>
                  </a:ext>
                </a:extLst>
              </p:cNvPr>
              <p:cNvSpPr/>
              <p:nvPr/>
            </p:nvSpPr>
            <p:spPr>
              <a:xfrm>
                <a:off x="5775952" y="3118068"/>
                <a:ext cx="159227" cy="310932"/>
              </a:xfrm>
              <a:prstGeom prst="roundRect">
                <a:avLst/>
              </a:prstGeom>
              <a:solidFill>
                <a:srgbClr val="6BD9ED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74" name="Rounded Rectangle 73">
                <a:extLst>
                  <a:ext uri="{FF2B5EF4-FFF2-40B4-BE49-F238E27FC236}">
                    <a16:creationId xmlns:a16="http://schemas.microsoft.com/office/drawing/2014/main" id="{EA290626-6A55-4542-AFEA-92368CA0A89C}"/>
                  </a:ext>
                </a:extLst>
              </p:cNvPr>
              <p:cNvSpPr/>
              <p:nvPr/>
            </p:nvSpPr>
            <p:spPr>
              <a:xfrm>
                <a:off x="5933243" y="3118068"/>
                <a:ext cx="159227" cy="310932"/>
              </a:xfrm>
              <a:prstGeom prst="roundRect">
                <a:avLst/>
              </a:prstGeom>
              <a:solidFill>
                <a:srgbClr val="D18349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75" name="Group 74">
              <a:extLst>
                <a:ext uri="{FF2B5EF4-FFF2-40B4-BE49-F238E27FC236}">
                  <a16:creationId xmlns:a16="http://schemas.microsoft.com/office/drawing/2014/main" id="{FC1E25EB-F234-DF40-8283-25D8CC57E611}"/>
                </a:ext>
              </a:extLst>
            </p:cNvPr>
            <p:cNvGrpSpPr/>
            <p:nvPr/>
          </p:nvGrpSpPr>
          <p:grpSpPr>
            <a:xfrm>
              <a:off x="1238871" y="5497689"/>
              <a:ext cx="304854" cy="299474"/>
              <a:chOff x="5775952" y="3118068"/>
              <a:chExt cx="316518" cy="310932"/>
            </a:xfrm>
          </p:grpSpPr>
          <p:sp>
            <p:nvSpPr>
              <p:cNvPr id="76" name="Rounded Rectangle 75">
                <a:extLst>
                  <a:ext uri="{FF2B5EF4-FFF2-40B4-BE49-F238E27FC236}">
                    <a16:creationId xmlns:a16="http://schemas.microsoft.com/office/drawing/2014/main" id="{FC41E411-47C2-4443-9D96-041B924B1502}"/>
                  </a:ext>
                </a:extLst>
              </p:cNvPr>
              <p:cNvSpPr/>
              <p:nvPr/>
            </p:nvSpPr>
            <p:spPr>
              <a:xfrm>
                <a:off x="5775952" y="3118068"/>
                <a:ext cx="159227" cy="310932"/>
              </a:xfrm>
              <a:prstGeom prst="roundRect">
                <a:avLst/>
              </a:prstGeom>
              <a:solidFill>
                <a:srgbClr val="860138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77" name="Rounded Rectangle 76">
                <a:extLst>
                  <a:ext uri="{FF2B5EF4-FFF2-40B4-BE49-F238E27FC236}">
                    <a16:creationId xmlns:a16="http://schemas.microsoft.com/office/drawing/2014/main" id="{16F12825-39A4-E643-A09E-7D42014D4AFE}"/>
                  </a:ext>
                </a:extLst>
              </p:cNvPr>
              <p:cNvSpPr/>
              <p:nvPr/>
            </p:nvSpPr>
            <p:spPr>
              <a:xfrm>
                <a:off x="5933243" y="3118068"/>
                <a:ext cx="159227" cy="310932"/>
              </a:xfrm>
              <a:prstGeom prst="roundRect">
                <a:avLst/>
              </a:prstGeom>
              <a:solidFill>
                <a:srgbClr val="6FBB98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79" name="Group 78">
              <a:extLst>
                <a:ext uri="{FF2B5EF4-FFF2-40B4-BE49-F238E27FC236}">
                  <a16:creationId xmlns:a16="http://schemas.microsoft.com/office/drawing/2014/main" id="{72A8E4F2-B13D-CD42-81B1-59742785EA71}"/>
                </a:ext>
              </a:extLst>
            </p:cNvPr>
            <p:cNvGrpSpPr/>
            <p:nvPr/>
          </p:nvGrpSpPr>
          <p:grpSpPr>
            <a:xfrm>
              <a:off x="1237939" y="4244969"/>
              <a:ext cx="304854" cy="299474"/>
              <a:chOff x="5775952" y="3118068"/>
              <a:chExt cx="316518" cy="310932"/>
            </a:xfrm>
          </p:grpSpPr>
          <p:sp>
            <p:nvSpPr>
              <p:cNvPr id="80" name="Rounded Rectangle 79">
                <a:extLst>
                  <a:ext uri="{FF2B5EF4-FFF2-40B4-BE49-F238E27FC236}">
                    <a16:creationId xmlns:a16="http://schemas.microsoft.com/office/drawing/2014/main" id="{8C41887B-B84D-0648-A86E-C81F7FBD58D6}"/>
                  </a:ext>
                </a:extLst>
              </p:cNvPr>
              <p:cNvSpPr/>
              <p:nvPr/>
            </p:nvSpPr>
            <p:spPr>
              <a:xfrm>
                <a:off x="5775952" y="3118068"/>
                <a:ext cx="159227" cy="310932"/>
              </a:xfrm>
              <a:prstGeom prst="roundRect">
                <a:avLst/>
              </a:prstGeom>
              <a:solidFill>
                <a:schemeClr val="bg1">
                  <a:lumMod val="85000"/>
                </a:schemeClr>
              </a:solidFill>
              <a:ln w="9525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i</a:t>
                </a:r>
              </a:p>
            </p:txBody>
          </p:sp>
          <p:sp>
            <p:nvSpPr>
              <p:cNvPr id="81" name="Rounded Rectangle 80">
                <a:extLst>
                  <a:ext uri="{FF2B5EF4-FFF2-40B4-BE49-F238E27FC236}">
                    <a16:creationId xmlns:a16="http://schemas.microsoft.com/office/drawing/2014/main" id="{84BA931A-0202-AC49-93B1-DA00ECF62D13}"/>
                  </a:ext>
                </a:extLst>
              </p:cNvPr>
              <p:cNvSpPr/>
              <p:nvPr/>
            </p:nvSpPr>
            <p:spPr>
              <a:xfrm>
                <a:off x="5933243" y="3118068"/>
                <a:ext cx="159227" cy="310932"/>
              </a:xfrm>
              <a:prstGeom prst="roundRect">
                <a:avLst/>
              </a:prstGeom>
              <a:solidFill>
                <a:schemeClr val="bg2">
                  <a:lumMod val="75000"/>
                </a:schemeClr>
              </a:solidFill>
              <a:ln w="9525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j</a:t>
                </a:r>
                <a:endParaRPr lang="en-US" dirty="0"/>
              </a:p>
            </p:txBody>
          </p:sp>
        </p:grpSp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B7B6EC3A-C2DF-4645-A0A9-13C0BBB90A43}"/>
                </a:ext>
              </a:extLst>
            </p:cNvPr>
            <p:cNvGrpSpPr/>
            <p:nvPr/>
          </p:nvGrpSpPr>
          <p:grpSpPr>
            <a:xfrm>
              <a:off x="2456485" y="5126495"/>
              <a:ext cx="304840" cy="299475"/>
              <a:chOff x="5775966" y="3118068"/>
              <a:chExt cx="316504" cy="310933"/>
            </a:xfrm>
          </p:grpSpPr>
          <p:sp>
            <p:nvSpPr>
              <p:cNvPr id="28" name="Rounded Rectangle 27">
                <a:extLst>
                  <a:ext uri="{FF2B5EF4-FFF2-40B4-BE49-F238E27FC236}">
                    <a16:creationId xmlns:a16="http://schemas.microsoft.com/office/drawing/2014/main" id="{0E45844A-EC3D-5D47-8666-37726444C331}"/>
                  </a:ext>
                </a:extLst>
              </p:cNvPr>
              <p:cNvSpPr/>
              <p:nvPr/>
            </p:nvSpPr>
            <p:spPr>
              <a:xfrm>
                <a:off x="5775966" y="3118069"/>
                <a:ext cx="159227" cy="310932"/>
              </a:xfrm>
              <a:prstGeom prst="roundRect">
                <a:avLst/>
              </a:prstGeom>
              <a:solidFill>
                <a:srgbClr val="4A69A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29" name="Rounded Rectangle 28">
                <a:extLst>
                  <a:ext uri="{FF2B5EF4-FFF2-40B4-BE49-F238E27FC236}">
                    <a16:creationId xmlns:a16="http://schemas.microsoft.com/office/drawing/2014/main" id="{9B395206-02E1-CE45-904B-2FAF0551730E}"/>
                  </a:ext>
                </a:extLst>
              </p:cNvPr>
              <p:cNvSpPr/>
              <p:nvPr/>
            </p:nvSpPr>
            <p:spPr>
              <a:xfrm>
                <a:off x="5933243" y="3118068"/>
                <a:ext cx="159227" cy="310932"/>
              </a:xfrm>
              <a:prstGeom prst="roundRect">
                <a:avLst/>
              </a:prstGeom>
              <a:solidFill>
                <a:srgbClr val="62C7D9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31" name="Group 30">
              <a:extLst>
                <a:ext uri="{FF2B5EF4-FFF2-40B4-BE49-F238E27FC236}">
                  <a16:creationId xmlns:a16="http://schemas.microsoft.com/office/drawing/2014/main" id="{890B0DAD-45BE-DC4F-8BB6-D4535DF2E871}"/>
                </a:ext>
              </a:extLst>
            </p:cNvPr>
            <p:cNvGrpSpPr/>
            <p:nvPr/>
          </p:nvGrpSpPr>
          <p:grpSpPr>
            <a:xfrm>
              <a:off x="2455539" y="5497688"/>
              <a:ext cx="304854" cy="299474"/>
              <a:chOff x="5775952" y="3118068"/>
              <a:chExt cx="316518" cy="310932"/>
            </a:xfrm>
          </p:grpSpPr>
          <p:sp>
            <p:nvSpPr>
              <p:cNvPr id="32" name="Rounded Rectangle 31">
                <a:extLst>
                  <a:ext uri="{FF2B5EF4-FFF2-40B4-BE49-F238E27FC236}">
                    <a16:creationId xmlns:a16="http://schemas.microsoft.com/office/drawing/2014/main" id="{C3A0FCBC-35C1-3743-A1F8-AE4EC9994012}"/>
                  </a:ext>
                </a:extLst>
              </p:cNvPr>
              <p:cNvSpPr/>
              <p:nvPr/>
            </p:nvSpPr>
            <p:spPr>
              <a:xfrm>
                <a:off x="5775952" y="3118068"/>
                <a:ext cx="159227" cy="310932"/>
              </a:xfrm>
              <a:prstGeom prst="roundRect">
                <a:avLst/>
              </a:prstGeom>
              <a:solidFill>
                <a:srgbClr val="6FBB98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33" name="Rounded Rectangle 32">
                <a:extLst>
                  <a:ext uri="{FF2B5EF4-FFF2-40B4-BE49-F238E27FC236}">
                    <a16:creationId xmlns:a16="http://schemas.microsoft.com/office/drawing/2014/main" id="{B2018B98-782C-8747-AC6B-F7168EB10928}"/>
                  </a:ext>
                </a:extLst>
              </p:cNvPr>
              <p:cNvSpPr/>
              <p:nvPr/>
            </p:nvSpPr>
            <p:spPr>
              <a:xfrm>
                <a:off x="5933243" y="3118068"/>
                <a:ext cx="159227" cy="310932"/>
              </a:xfrm>
              <a:prstGeom prst="roundRect">
                <a:avLst/>
              </a:prstGeom>
              <a:solidFill>
                <a:srgbClr val="860138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6CD0A1E2-54E5-2A45-9573-9A9F0494F9D4}"/>
                </a:ext>
              </a:extLst>
            </p:cNvPr>
            <p:cNvGrpSpPr/>
            <p:nvPr/>
          </p:nvGrpSpPr>
          <p:grpSpPr>
            <a:xfrm>
              <a:off x="2455539" y="4762366"/>
              <a:ext cx="304854" cy="299474"/>
              <a:chOff x="5775952" y="3118068"/>
              <a:chExt cx="316518" cy="310932"/>
            </a:xfrm>
          </p:grpSpPr>
          <p:sp>
            <p:nvSpPr>
              <p:cNvPr id="35" name="Rounded Rectangle 34">
                <a:extLst>
                  <a:ext uri="{FF2B5EF4-FFF2-40B4-BE49-F238E27FC236}">
                    <a16:creationId xmlns:a16="http://schemas.microsoft.com/office/drawing/2014/main" id="{DCE75C15-EE6F-9B49-8261-685BB5748A62}"/>
                  </a:ext>
                </a:extLst>
              </p:cNvPr>
              <p:cNvSpPr/>
              <p:nvPr/>
            </p:nvSpPr>
            <p:spPr>
              <a:xfrm>
                <a:off x="5775952" y="3118068"/>
                <a:ext cx="159227" cy="310932"/>
              </a:xfrm>
              <a:prstGeom prst="roundRect">
                <a:avLst/>
              </a:prstGeom>
              <a:solidFill>
                <a:srgbClr val="DED59B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36" name="Rounded Rectangle 35">
                <a:extLst>
                  <a:ext uri="{FF2B5EF4-FFF2-40B4-BE49-F238E27FC236}">
                    <a16:creationId xmlns:a16="http://schemas.microsoft.com/office/drawing/2014/main" id="{A2D2FAFE-3C94-634D-A755-3C99C3175DC9}"/>
                  </a:ext>
                </a:extLst>
              </p:cNvPr>
              <p:cNvSpPr/>
              <p:nvPr/>
            </p:nvSpPr>
            <p:spPr>
              <a:xfrm>
                <a:off x="5933243" y="3118068"/>
                <a:ext cx="159227" cy="310932"/>
              </a:xfrm>
              <a:prstGeom prst="roundRect">
                <a:avLst/>
              </a:prstGeom>
              <a:solidFill>
                <a:srgbClr val="B7724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14B6CFB5-6EE6-FF41-B10A-CEFD6AC81439}"/>
                </a:ext>
              </a:extLst>
            </p:cNvPr>
            <p:cNvSpPr txBox="1"/>
            <p:nvPr/>
          </p:nvSpPr>
          <p:spPr>
            <a:xfrm>
              <a:off x="1134106" y="5749355"/>
              <a:ext cx="565684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dirty="0">
                  <a:latin typeface="Arial" panose="020B0604020202020204" pitchFamily="34" charset="0"/>
                  <a:cs typeface="Arial" panose="020B0604020202020204" pitchFamily="34" charset="0"/>
                </a:rPr>
                <a:t>orig*</a:t>
              </a:r>
            </a:p>
          </p:txBody>
        </p: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8AD635A3-A0E7-2349-BCE7-8CFE3D033242}"/>
                </a:ext>
              </a:extLst>
            </p:cNvPr>
            <p:cNvSpPr txBox="1"/>
            <p:nvPr/>
          </p:nvSpPr>
          <p:spPr>
            <a:xfrm>
              <a:off x="2356226" y="5743808"/>
              <a:ext cx="681575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dirty="0">
                  <a:latin typeface="Arial" panose="020B0604020202020204" pitchFamily="34" charset="0"/>
                  <a:cs typeface="Arial" panose="020B0604020202020204" pitchFamily="34" charset="0"/>
                </a:rPr>
                <a:t>new*</a:t>
              </a:r>
            </a:p>
          </p:txBody>
        </p:sp>
        <p:cxnSp>
          <p:nvCxnSpPr>
            <p:cNvPr id="4" name="Straight Arrow Connector 3">
              <a:extLst>
                <a:ext uri="{FF2B5EF4-FFF2-40B4-BE49-F238E27FC236}">
                  <a16:creationId xmlns:a16="http://schemas.microsoft.com/office/drawing/2014/main" id="{858FF591-AFEC-6B4C-BD17-1BB3A23CA37C}"/>
                </a:ext>
              </a:extLst>
            </p:cNvPr>
            <p:cNvCxnSpPr>
              <a:cxnSpLocks/>
            </p:cNvCxnSpPr>
            <p:nvPr/>
          </p:nvCxnSpPr>
          <p:spPr>
            <a:xfrm>
              <a:off x="1607560" y="5276232"/>
              <a:ext cx="778696" cy="0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A8BA2B48-A7B3-8C4D-A9F4-050C9C4EAB9A}"/>
                </a:ext>
              </a:extLst>
            </p:cNvPr>
            <p:cNvSpPr txBox="1"/>
            <p:nvPr/>
          </p:nvSpPr>
          <p:spPr>
            <a:xfrm>
              <a:off x="1614886" y="4988426"/>
              <a:ext cx="773669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 dirty="0">
                  <a:latin typeface="Arial" panose="020B0604020202020204" pitchFamily="34" charset="0"/>
                  <a:cs typeface="Arial" panose="020B0604020202020204" pitchFamily="34" charset="0"/>
                </a:rPr>
                <a:t>shuffle</a:t>
              </a:r>
            </a:p>
          </p:txBody>
        </p:sp>
        <p:grpSp>
          <p:nvGrpSpPr>
            <p:cNvPr id="47" name="Group 46">
              <a:extLst>
                <a:ext uri="{FF2B5EF4-FFF2-40B4-BE49-F238E27FC236}">
                  <a16:creationId xmlns:a16="http://schemas.microsoft.com/office/drawing/2014/main" id="{774444CA-4B29-8946-AEF6-0C191BEF5B97}"/>
                </a:ext>
              </a:extLst>
            </p:cNvPr>
            <p:cNvGrpSpPr/>
            <p:nvPr/>
          </p:nvGrpSpPr>
          <p:grpSpPr>
            <a:xfrm>
              <a:off x="2452457" y="4239056"/>
              <a:ext cx="304854" cy="299474"/>
              <a:chOff x="5775952" y="3118068"/>
              <a:chExt cx="316518" cy="310932"/>
            </a:xfrm>
          </p:grpSpPr>
          <p:sp>
            <p:nvSpPr>
              <p:cNvPr id="54" name="Rounded Rectangle 53">
                <a:extLst>
                  <a:ext uri="{FF2B5EF4-FFF2-40B4-BE49-F238E27FC236}">
                    <a16:creationId xmlns:a16="http://schemas.microsoft.com/office/drawing/2014/main" id="{C1D5B1C9-D531-B14C-9F5D-112AA5BEB16D}"/>
                  </a:ext>
                </a:extLst>
              </p:cNvPr>
              <p:cNvSpPr/>
              <p:nvPr/>
            </p:nvSpPr>
            <p:spPr>
              <a:xfrm>
                <a:off x="5775952" y="3118068"/>
                <a:ext cx="159227" cy="310932"/>
              </a:xfrm>
              <a:prstGeom prst="roundRect">
                <a:avLst/>
              </a:prstGeom>
              <a:solidFill>
                <a:schemeClr val="bg1">
                  <a:lumMod val="85000"/>
                </a:schemeClr>
              </a:solidFill>
              <a:ln w="9525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i</a:t>
                </a:r>
              </a:p>
            </p:txBody>
          </p:sp>
          <p:sp>
            <p:nvSpPr>
              <p:cNvPr id="55" name="Rounded Rectangle 54">
                <a:extLst>
                  <a:ext uri="{FF2B5EF4-FFF2-40B4-BE49-F238E27FC236}">
                    <a16:creationId xmlns:a16="http://schemas.microsoft.com/office/drawing/2014/main" id="{9DB9E02F-6BF4-B04D-A29D-CB6AE63FD4A9}"/>
                  </a:ext>
                </a:extLst>
              </p:cNvPr>
              <p:cNvSpPr/>
              <p:nvPr/>
            </p:nvSpPr>
            <p:spPr>
              <a:xfrm>
                <a:off x="5933243" y="3118068"/>
                <a:ext cx="159227" cy="310932"/>
              </a:xfrm>
              <a:prstGeom prst="roundRect">
                <a:avLst/>
              </a:prstGeom>
              <a:solidFill>
                <a:schemeClr val="bg2">
                  <a:lumMod val="75000"/>
                </a:schemeClr>
              </a:solidFill>
              <a:ln w="9525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j</a:t>
                </a:r>
                <a:endParaRPr lang="en-US" dirty="0"/>
              </a:p>
            </p:txBody>
          </p:sp>
        </p:grpSp>
        <p:sp>
          <p:nvSpPr>
            <p:cNvPr id="56" name="TextBox 55">
              <a:extLst>
                <a:ext uri="{FF2B5EF4-FFF2-40B4-BE49-F238E27FC236}">
                  <a16:creationId xmlns:a16="http://schemas.microsoft.com/office/drawing/2014/main" id="{B6706112-BC15-9C43-99CD-1516E57B7003}"/>
                </a:ext>
              </a:extLst>
            </p:cNvPr>
            <p:cNvSpPr txBox="1"/>
            <p:nvPr/>
          </p:nvSpPr>
          <p:spPr>
            <a:xfrm>
              <a:off x="2713644" y="5122343"/>
              <a:ext cx="35126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dirty="0">
                  <a:solidFill>
                    <a:srgbClr val="FF0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╳</a:t>
              </a:r>
            </a:p>
          </p:txBody>
        </p:sp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0714BD0B-CB58-3140-B8AD-C7FD3D7D7612}"/>
                </a:ext>
              </a:extLst>
            </p:cNvPr>
            <p:cNvSpPr txBox="1"/>
            <p:nvPr/>
          </p:nvSpPr>
          <p:spPr>
            <a:xfrm>
              <a:off x="2713644" y="5493536"/>
              <a:ext cx="35126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dirty="0">
                  <a:solidFill>
                    <a:srgbClr val="FF0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╳</a:t>
              </a:r>
            </a:p>
          </p:txBody>
        </p:sp>
        <p:sp>
          <p:nvSpPr>
            <p:cNvPr id="59" name="TextBox 58">
              <a:extLst>
                <a:ext uri="{FF2B5EF4-FFF2-40B4-BE49-F238E27FC236}">
                  <a16:creationId xmlns:a16="http://schemas.microsoft.com/office/drawing/2014/main" id="{FD88F0DF-2F1C-344A-907C-741938B89EE1}"/>
                </a:ext>
              </a:extLst>
            </p:cNvPr>
            <p:cNvSpPr txBox="1"/>
            <p:nvPr/>
          </p:nvSpPr>
          <p:spPr>
            <a:xfrm>
              <a:off x="2712698" y="4734452"/>
              <a:ext cx="351267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000" b="1" dirty="0">
                  <a:solidFill>
                    <a:srgbClr val="00B05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✓</a:t>
              </a:r>
            </a:p>
          </p:txBody>
        </p:sp>
        <p:sp>
          <p:nvSpPr>
            <p:cNvPr id="60" name="TextBox 59">
              <a:extLst>
                <a:ext uri="{FF2B5EF4-FFF2-40B4-BE49-F238E27FC236}">
                  <a16:creationId xmlns:a16="http://schemas.microsoft.com/office/drawing/2014/main" id="{8976CAFE-0458-2E43-A064-886DF39B5365}"/>
                </a:ext>
              </a:extLst>
            </p:cNvPr>
            <p:cNvSpPr txBox="1"/>
            <p:nvPr/>
          </p:nvSpPr>
          <p:spPr>
            <a:xfrm>
              <a:off x="3008307" y="4758214"/>
              <a:ext cx="629178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dirty="0">
                  <a:solidFill>
                    <a:srgbClr val="00B05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valid</a:t>
              </a:r>
            </a:p>
          </p:txBody>
        </p:sp>
        <p:sp>
          <p:nvSpPr>
            <p:cNvPr id="61" name="TextBox 60">
              <a:extLst>
                <a:ext uri="{FF2B5EF4-FFF2-40B4-BE49-F238E27FC236}">
                  <a16:creationId xmlns:a16="http://schemas.microsoft.com/office/drawing/2014/main" id="{27FC664F-7CFD-084B-BF21-DAF5F132CA58}"/>
                </a:ext>
              </a:extLst>
            </p:cNvPr>
            <p:cNvSpPr txBox="1"/>
            <p:nvPr/>
          </p:nvSpPr>
          <p:spPr>
            <a:xfrm>
              <a:off x="3008306" y="5046856"/>
              <a:ext cx="1945470" cy="4924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just"/>
              <a:r>
                <a:rPr lang="en-US" sz="1300" dirty="0">
                  <a:solidFill>
                    <a:srgbClr val="FF0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distance between </a:t>
              </a:r>
              <a:r>
                <a:rPr lang="en-US" sz="1300" b="1" i="1" dirty="0">
                  <a:solidFill>
                    <a:srgbClr val="FF0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i</a:t>
              </a:r>
              <a:r>
                <a:rPr lang="en-US" sz="1300" dirty="0">
                  <a:solidFill>
                    <a:srgbClr val="FF0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and </a:t>
              </a:r>
              <a:r>
                <a:rPr lang="en-US" sz="1300" b="1" i="1" dirty="0">
                  <a:solidFill>
                    <a:srgbClr val="FF0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j</a:t>
              </a:r>
              <a:r>
                <a:rPr lang="en-US" sz="1300" dirty="0">
                  <a:solidFill>
                    <a:srgbClr val="FF0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not greater than 2Mb</a:t>
              </a:r>
            </a:p>
          </p:txBody>
        </p:sp>
        <p:sp>
          <p:nvSpPr>
            <p:cNvPr id="62" name="TextBox 61">
              <a:extLst>
                <a:ext uri="{FF2B5EF4-FFF2-40B4-BE49-F238E27FC236}">
                  <a16:creationId xmlns:a16="http://schemas.microsoft.com/office/drawing/2014/main" id="{CF53A2F4-B774-9A4C-A26B-FA7E866BC103}"/>
                </a:ext>
              </a:extLst>
            </p:cNvPr>
            <p:cNvSpPr txBox="1"/>
            <p:nvPr/>
          </p:nvSpPr>
          <p:spPr>
            <a:xfrm>
              <a:off x="3009494" y="5499498"/>
              <a:ext cx="2166166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just"/>
              <a:r>
                <a:rPr lang="en-US" sz="1400" b="1" i="1" dirty="0">
                  <a:solidFill>
                    <a:srgbClr val="FF0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i</a:t>
              </a:r>
              <a:r>
                <a:rPr lang="en-US" sz="1400" dirty="0">
                  <a:solidFill>
                    <a:srgbClr val="FF0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&gt; </a:t>
              </a:r>
              <a:r>
                <a:rPr lang="en-US" sz="1400" b="1" i="1" dirty="0">
                  <a:solidFill>
                    <a:srgbClr val="FF0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j</a:t>
              </a:r>
              <a:r>
                <a:rPr lang="en-US" sz="1400" dirty="0">
                  <a:solidFill>
                    <a:srgbClr val="FF0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&amp; present in orig set</a:t>
              </a:r>
            </a:p>
          </p:txBody>
        </p:sp>
      </p:grp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FF40C9C0-F4F5-6846-B965-91C2E0962405}"/>
              </a:ext>
            </a:extLst>
          </p:cNvPr>
          <p:cNvCxnSpPr>
            <a:cxnSpLocks/>
          </p:cNvCxnSpPr>
          <p:nvPr/>
        </p:nvCxnSpPr>
        <p:spPr>
          <a:xfrm flipV="1">
            <a:off x="1491886" y="555775"/>
            <a:ext cx="1374481" cy="426768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" name="Rectangle 9">
            <a:extLst>
              <a:ext uri="{FF2B5EF4-FFF2-40B4-BE49-F238E27FC236}">
                <a16:creationId xmlns:a16="http://schemas.microsoft.com/office/drawing/2014/main" id="{81F22AF1-2EAD-9F4C-BE9F-8D840527F503}"/>
              </a:ext>
            </a:extLst>
          </p:cNvPr>
          <p:cNvSpPr/>
          <p:nvPr/>
        </p:nvSpPr>
        <p:spPr>
          <a:xfrm>
            <a:off x="2866366" y="555778"/>
            <a:ext cx="2617864" cy="202779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7A67F496-C5E0-C243-A114-99735D499282}"/>
              </a:ext>
            </a:extLst>
          </p:cNvPr>
          <p:cNvCxnSpPr>
            <a:cxnSpLocks/>
          </p:cNvCxnSpPr>
          <p:nvPr/>
        </p:nvCxnSpPr>
        <p:spPr>
          <a:xfrm>
            <a:off x="1475450" y="1050117"/>
            <a:ext cx="1390917" cy="1533463"/>
          </a:xfrm>
          <a:prstGeom prst="line">
            <a:avLst/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8" name="Rectangle 77">
            <a:extLst>
              <a:ext uri="{FF2B5EF4-FFF2-40B4-BE49-F238E27FC236}">
                <a16:creationId xmlns:a16="http://schemas.microsoft.com/office/drawing/2014/main" id="{DFEC6C9C-2230-2648-A7DA-B402E592029D}"/>
              </a:ext>
            </a:extLst>
          </p:cNvPr>
          <p:cNvSpPr/>
          <p:nvPr/>
        </p:nvSpPr>
        <p:spPr>
          <a:xfrm>
            <a:off x="1379486" y="982543"/>
            <a:ext cx="109416" cy="7916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F78FE8E0-0140-7C4C-8F0C-3EAB74563682}"/>
              </a:ext>
            </a:extLst>
          </p:cNvPr>
          <p:cNvGrpSpPr/>
          <p:nvPr/>
        </p:nvGrpSpPr>
        <p:grpSpPr>
          <a:xfrm>
            <a:off x="5960939" y="2432921"/>
            <a:ext cx="2912734" cy="400110"/>
            <a:chOff x="979762" y="5621563"/>
            <a:chExt cx="2912734" cy="400110"/>
          </a:xfrm>
        </p:grpSpPr>
        <p:sp>
          <p:nvSpPr>
            <p:cNvPr id="64" name="TextBox 63">
              <a:extLst>
                <a:ext uri="{FF2B5EF4-FFF2-40B4-BE49-F238E27FC236}">
                  <a16:creationId xmlns:a16="http://schemas.microsoft.com/office/drawing/2014/main" id="{7D4AC1EF-C6EB-1E4A-92A6-06488DB68B37}"/>
                </a:ext>
              </a:extLst>
            </p:cNvPr>
            <p:cNvSpPr txBox="1"/>
            <p:nvPr/>
          </p:nvSpPr>
          <p:spPr>
            <a:xfrm>
              <a:off x="979762" y="5621563"/>
              <a:ext cx="369524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latin typeface="Arial" panose="020B0604020202020204" pitchFamily="34" charset="0"/>
                  <a:cs typeface="Arial" panose="020B0604020202020204" pitchFamily="34" charset="0"/>
                </a:rPr>
                <a:t>*</a:t>
              </a:r>
            </a:p>
          </p:txBody>
        </p:sp>
        <p:sp>
          <p:nvSpPr>
            <p:cNvPr id="82" name="TextBox 81">
              <a:extLst>
                <a:ext uri="{FF2B5EF4-FFF2-40B4-BE49-F238E27FC236}">
                  <a16:creationId xmlns:a16="http://schemas.microsoft.com/office/drawing/2014/main" id="{5C17D1F0-B585-FB46-9C70-FC0F11EC9422}"/>
                </a:ext>
              </a:extLst>
            </p:cNvPr>
            <p:cNvSpPr txBox="1"/>
            <p:nvPr/>
          </p:nvSpPr>
          <p:spPr>
            <a:xfrm>
              <a:off x="1099228" y="5641374"/>
              <a:ext cx="279326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>
                  <a:latin typeface="Arial" panose="020B0604020202020204" pitchFamily="34" charset="0"/>
                  <a:cs typeface="Arial" panose="020B0604020202020204" pitchFamily="34" charset="0"/>
                </a:rPr>
                <a:t>A set should contain unique contacts. </a:t>
              </a:r>
            </a:p>
          </p:txBody>
        </p:sp>
      </p:grpSp>
      <p:sp>
        <p:nvSpPr>
          <p:cNvPr id="86" name="TextBox 85">
            <a:extLst>
              <a:ext uri="{FF2B5EF4-FFF2-40B4-BE49-F238E27FC236}">
                <a16:creationId xmlns:a16="http://schemas.microsoft.com/office/drawing/2014/main" id="{C8EE6E1A-464F-C84F-823F-018D466BC27C}"/>
              </a:ext>
            </a:extLst>
          </p:cNvPr>
          <p:cNvSpPr txBox="1"/>
          <p:nvPr/>
        </p:nvSpPr>
        <p:spPr>
          <a:xfrm>
            <a:off x="5529452" y="114169"/>
            <a:ext cx="93365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TASK:</a:t>
            </a:r>
          </a:p>
        </p:txBody>
      </p:sp>
      <p:grpSp>
        <p:nvGrpSpPr>
          <p:cNvPr id="63" name="Group 62">
            <a:extLst>
              <a:ext uri="{FF2B5EF4-FFF2-40B4-BE49-F238E27FC236}">
                <a16:creationId xmlns:a16="http://schemas.microsoft.com/office/drawing/2014/main" id="{DB1C05F8-D966-084C-A80C-6E001572B0DC}"/>
              </a:ext>
            </a:extLst>
          </p:cNvPr>
          <p:cNvGrpSpPr/>
          <p:nvPr/>
        </p:nvGrpSpPr>
        <p:grpSpPr>
          <a:xfrm>
            <a:off x="2969757" y="852995"/>
            <a:ext cx="2361580" cy="1470955"/>
            <a:chOff x="2982652" y="331500"/>
            <a:chExt cx="2832054" cy="1763999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6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370B1A1B-6A6D-2746-8F6D-D6B67D1D13D4}"/>
                    </a:ext>
                  </a:extLst>
                </p14:cNvPr>
                <p14:cNvContentPartPr/>
                <p14:nvPr/>
              </p14:nvContentPartPr>
              <p14:xfrm>
                <a:off x="2982652" y="331500"/>
                <a:ext cx="2832054" cy="1763999"/>
              </p14:xfrm>
            </p:contentPart>
          </mc:Choice>
          <mc:Fallback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370B1A1B-6A6D-2746-8F6D-D6B67D1D13D4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2936890" y="286181"/>
                  <a:ext cx="2923146" cy="1854638"/>
                </a:xfrm>
                <a:prstGeom prst="rect">
                  <a:avLst/>
                </a:prstGeom>
              </p:spPr>
            </p:pic>
          </mc:Fallback>
        </mc:AlternateContent>
        <p:grpSp>
          <p:nvGrpSpPr>
            <p:cNvPr id="67" name="Group 66">
              <a:extLst>
                <a:ext uri="{FF2B5EF4-FFF2-40B4-BE49-F238E27FC236}">
                  <a16:creationId xmlns:a16="http://schemas.microsoft.com/office/drawing/2014/main" id="{14E98332-C8C9-9A4D-8CAD-513C37700271}"/>
                </a:ext>
              </a:extLst>
            </p:cNvPr>
            <p:cNvGrpSpPr/>
            <p:nvPr/>
          </p:nvGrpSpPr>
          <p:grpSpPr>
            <a:xfrm rot="21156281">
              <a:off x="3835075" y="1192220"/>
              <a:ext cx="226230" cy="344464"/>
              <a:chOff x="3846289" y="1208842"/>
              <a:chExt cx="226230" cy="344464"/>
            </a:xfrm>
          </p:grpSpPr>
          <p:sp>
            <p:nvSpPr>
              <p:cNvPr id="90" name="Rounded Rectangle 89">
                <a:extLst>
                  <a:ext uri="{FF2B5EF4-FFF2-40B4-BE49-F238E27FC236}">
                    <a16:creationId xmlns:a16="http://schemas.microsoft.com/office/drawing/2014/main" id="{7C4ACCE5-4825-7D42-871C-15C0EE300141}"/>
                  </a:ext>
                </a:extLst>
              </p:cNvPr>
              <p:cNvSpPr/>
              <p:nvPr/>
            </p:nvSpPr>
            <p:spPr>
              <a:xfrm rot="19027459">
                <a:off x="3846289" y="1297046"/>
                <a:ext cx="131230" cy="256260"/>
              </a:xfrm>
              <a:prstGeom prst="roundRect">
                <a:avLst/>
              </a:prstGeom>
              <a:solidFill>
                <a:srgbClr val="DED59B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91" name="Rounded Rectangle 90">
                <a:extLst>
                  <a:ext uri="{FF2B5EF4-FFF2-40B4-BE49-F238E27FC236}">
                    <a16:creationId xmlns:a16="http://schemas.microsoft.com/office/drawing/2014/main" id="{BBD6441E-18B4-E640-A059-CB1C57A1D32C}"/>
                  </a:ext>
                </a:extLst>
              </p:cNvPr>
              <p:cNvSpPr/>
              <p:nvPr/>
            </p:nvSpPr>
            <p:spPr>
              <a:xfrm rot="19027459">
                <a:off x="3941289" y="1208842"/>
                <a:ext cx="131230" cy="256260"/>
              </a:xfrm>
              <a:prstGeom prst="roundRect">
                <a:avLst/>
              </a:prstGeom>
              <a:solidFill>
                <a:srgbClr val="4A69A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68" name="Group 67">
              <a:extLst>
                <a:ext uri="{FF2B5EF4-FFF2-40B4-BE49-F238E27FC236}">
                  <a16:creationId xmlns:a16="http://schemas.microsoft.com/office/drawing/2014/main" id="{36B54D4C-2109-9446-98BF-F1132D4EE66C}"/>
                </a:ext>
              </a:extLst>
            </p:cNvPr>
            <p:cNvGrpSpPr/>
            <p:nvPr/>
          </p:nvGrpSpPr>
          <p:grpSpPr>
            <a:xfrm>
              <a:off x="4169040" y="1154438"/>
              <a:ext cx="257542" cy="285424"/>
              <a:chOff x="4174678" y="1188361"/>
              <a:chExt cx="257542" cy="285424"/>
            </a:xfrm>
          </p:grpSpPr>
          <p:sp>
            <p:nvSpPr>
              <p:cNvPr id="88" name="Rounded Rectangle 87">
                <a:extLst>
                  <a:ext uri="{FF2B5EF4-FFF2-40B4-BE49-F238E27FC236}">
                    <a16:creationId xmlns:a16="http://schemas.microsoft.com/office/drawing/2014/main" id="{E645C91B-B38A-C94E-8D58-67B7E98C7A13}"/>
                  </a:ext>
                </a:extLst>
              </p:cNvPr>
              <p:cNvSpPr/>
              <p:nvPr/>
            </p:nvSpPr>
            <p:spPr>
              <a:xfrm rot="780047">
                <a:off x="4174678" y="1188361"/>
                <a:ext cx="131230" cy="256260"/>
              </a:xfrm>
              <a:prstGeom prst="roundRect">
                <a:avLst/>
              </a:prstGeom>
              <a:solidFill>
                <a:srgbClr val="6BD9ED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89" name="Rounded Rectangle 88">
                <a:extLst>
                  <a:ext uri="{FF2B5EF4-FFF2-40B4-BE49-F238E27FC236}">
                    <a16:creationId xmlns:a16="http://schemas.microsoft.com/office/drawing/2014/main" id="{5E8A36D4-FFD7-0449-8C35-CBC22085CAB3}"/>
                  </a:ext>
                </a:extLst>
              </p:cNvPr>
              <p:cNvSpPr/>
              <p:nvPr/>
            </p:nvSpPr>
            <p:spPr>
              <a:xfrm rot="780047">
                <a:off x="4300990" y="1217525"/>
                <a:ext cx="131230" cy="256260"/>
              </a:xfrm>
              <a:prstGeom prst="roundRect">
                <a:avLst/>
              </a:prstGeom>
              <a:solidFill>
                <a:srgbClr val="D18349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84" name="Group 83">
              <a:extLst>
                <a:ext uri="{FF2B5EF4-FFF2-40B4-BE49-F238E27FC236}">
                  <a16:creationId xmlns:a16="http://schemas.microsoft.com/office/drawing/2014/main" id="{C869EAD3-6C7F-1B49-83C5-58D90EF6D544}"/>
                </a:ext>
              </a:extLst>
            </p:cNvPr>
            <p:cNvGrpSpPr/>
            <p:nvPr/>
          </p:nvGrpSpPr>
          <p:grpSpPr>
            <a:xfrm rot="17973461">
              <a:off x="5158764" y="615981"/>
              <a:ext cx="307262" cy="250410"/>
              <a:chOff x="5151144" y="608361"/>
              <a:chExt cx="307262" cy="250410"/>
            </a:xfrm>
          </p:grpSpPr>
          <p:sp>
            <p:nvSpPr>
              <p:cNvPr id="85" name="Rounded Rectangle 84">
                <a:extLst>
                  <a:ext uri="{FF2B5EF4-FFF2-40B4-BE49-F238E27FC236}">
                    <a16:creationId xmlns:a16="http://schemas.microsoft.com/office/drawing/2014/main" id="{03EAFEB6-1A17-A94C-8B30-309C5209A585}"/>
                  </a:ext>
                </a:extLst>
              </p:cNvPr>
              <p:cNvSpPr/>
              <p:nvPr/>
            </p:nvSpPr>
            <p:spPr>
              <a:xfrm rot="4009933">
                <a:off x="5213659" y="545846"/>
                <a:ext cx="131230" cy="256260"/>
              </a:xfrm>
              <a:prstGeom prst="roundRect">
                <a:avLst/>
              </a:prstGeom>
              <a:solidFill>
                <a:srgbClr val="860138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87" name="Rounded Rectangle 86">
                <a:extLst>
                  <a:ext uri="{FF2B5EF4-FFF2-40B4-BE49-F238E27FC236}">
                    <a16:creationId xmlns:a16="http://schemas.microsoft.com/office/drawing/2014/main" id="{713C80B9-B036-6847-956A-20015D3E71F4}"/>
                  </a:ext>
                </a:extLst>
              </p:cNvPr>
              <p:cNvSpPr/>
              <p:nvPr/>
            </p:nvSpPr>
            <p:spPr>
              <a:xfrm rot="4009933">
                <a:off x="5264661" y="665026"/>
                <a:ext cx="131230" cy="256260"/>
              </a:xfrm>
              <a:prstGeom prst="roundRect">
                <a:avLst/>
              </a:prstGeom>
              <a:solidFill>
                <a:srgbClr val="6FBB98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72000449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106</TotalTime>
  <Words>90</Words>
  <Application>Microsoft Macintosh PowerPoint</Application>
  <PresentationFormat>Custom</PresentationFormat>
  <Paragraphs>40</Paragraphs>
  <Slides>2</Slides>
  <Notes>2</Notes>
  <HiddenSlides>1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Arial</vt:lpstr>
      <vt:lpstr>Calibri</vt:lpstr>
      <vt:lpstr>Calibri Light</vt:lpstr>
      <vt:lpstr>Office Theme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Liezel Tamon</dc:creator>
  <cp:lastModifiedBy>Liezel Tamon</cp:lastModifiedBy>
  <cp:revision>20</cp:revision>
  <cp:lastPrinted>2019-09-18T10:32:39Z</cp:lastPrinted>
  <dcterms:created xsi:type="dcterms:W3CDTF">2019-09-17T16:36:26Z</dcterms:created>
  <dcterms:modified xsi:type="dcterms:W3CDTF">2019-09-19T14:33:53Z</dcterms:modified>
</cp:coreProperties>
</file>